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68" d="100"/>
          <a:sy n="68" d="100"/>
        </p:scale>
        <p:origin x="8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F76F7-AB97-F8E8-9DC0-D221F54D45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F051B5-904A-143A-F066-184FDB907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6EF09-758B-C5B7-9154-727AD15C6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659F-DE9C-4546-A956-334F76A6BAAF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BCC28-8535-ED33-C219-21BEEF14D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46944-33D3-4808-5818-AA89AF1D3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3093-4562-4E81-BED9-CB8426294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939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FEB89-96ED-B516-60BC-FC175E0BD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F70C4-ECEF-0CC1-6F19-76B20680E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4455D-04D5-3792-2F20-7FB2C9301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659F-DE9C-4546-A956-334F76A6BAAF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77AB3-631C-44C8-2F31-B55EFD153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9E6BC-8E97-8D9C-CACA-1307DAB2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3093-4562-4E81-BED9-CB8426294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380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9C3FC-8AB1-98F3-AA25-26D42760C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05F1D-461B-F0C7-92A7-3CC0143E1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B1369-AEC6-C9CF-7FA1-B9AFF0BE5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659F-DE9C-4546-A956-334F76A6BAAF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02478-26C0-BCC3-949B-809A8786B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EA759-9CB9-2488-F38A-EDC3ABF0E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3093-4562-4E81-BED9-CB8426294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011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2A145-DD3F-6EF1-11D5-EC4C663E2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14C41-4CE8-DD24-CB42-860A0E95EA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6F8EEE-F7AA-DAAD-A6E7-DC7FF56526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8D530C-4009-4CFE-0F19-B70573682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659F-DE9C-4546-A956-334F76A6BAAF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5EDFF-5F7E-2876-F509-0F4582033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232C45-4BEA-E6B3-1C1C-7DD26DE9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3093-4562-4E81-BED9-CB8426294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508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28CBA-3B78-B958-4FF4-7413769BA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6826B-331C-6D95-14DA-94610E42A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63743A-EA54-3D7B-7827-04CF5B30B5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F074F8-3CF0-F0BB-132B-659057B476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37872D-18E5-5D2C-F0FE-F9E5AC3C6C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E6DC59-4213-6316-AF5A-66720CFE5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659F-DE9C-4546-A956-334F76A6BAAF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2E56AA-3A0A-2D6D-96CF-2C0F5171D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45E50B-FAC4-7B44-5277-2FB32DD60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3093-4562-4E81-BED9-CB8426294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70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5106B-5E63-420A-9420-BBC43777F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59E230-AA68-E5B2-B4C1-EBBBAF327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659F-DE9C-4546-A956-334F76A6BAAF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BBF202-2B6C-F390-7E33-E460B61FB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C59C74-45A2-1286-E34C-6F69586A2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3093-4562-4E81-BED9-CB8426294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370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D08267-CA04-19DC-F26B-73B7D5572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659F-DE9C-4546-A956-334F76A6BAAF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3B7682-F6A0-4CFF-5811-CC6001CB2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ADFED-F54B-4D04-2C91-CA0B66ACD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3093-4562-4E81-BED9-CB8426294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333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72609-F8BE-1C1F-24A1-D097DC62F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CF289-B771-2A0C-8851-A4FBFE038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B748A8-7EE3-6E54-4358-F0BAC74C8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7190FB-48C9-99B2-36DE-89A0CE21A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659F-DE9C-4546-A956-334F76A6BAAF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38AF5-EE99-30FD-B1EC-893EF282C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7129E-B98B-8D18-4A10-9FEB88ACE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3093-4562-4E81-BED9-CB8426294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24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BDB94-0F7E-B6EE-ED74-631230E43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71E2D1-1157-F645-4059-DDAB4B631E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23DABF-8A92-45E8-DEE8-2F7C993BF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B6149-24E3-9914-6EB6-C952B0F48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659F-DE9C-4546-A956-334F76A6BAAF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3B4EC-26BC-AFF7-57EE-23DD68E1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CE4BD-4498-AD5A-0569-70DB0072D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3093-4562-4E81-BED9-CB8426294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449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BF8CC-A56B-BA75-4D7F-5C2BCD00C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79378D-E557-BFA6-A999-BF396B0DA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EAF31-ACE9-2823-3B06-FA36269F2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659F-DE9C-4546-A956-334F76A6BAAF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8DF15-146A-CDBA-32F6-6F3838CE8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D0149-340E-76C1-76EC-AD5C0ECAD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3093-4562-4E81-BED9-CB8426294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83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07A9F0-0B2F-372D-29EC-64F2B64E8E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6A783-E4CC-8BC9-288F-4D7D582FF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27F90-AF66-8934-3B02-5CBBCDE79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0659F-DE9C-4546-A956-334F76A6BAAF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4D883-B749-A698-A5A0-D8C206271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7CEDE-0ADF-4912-1E81-63A7E7E00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3093-4562-4E81-BED9-CB8426294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408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003F23-EC99-8630-C41A-94D84BB50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59007-A061-0575-1F7D-07FC10F4F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9DB1A-2786-1DC2-751C-88BBE4A031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20659F-DE9C-4546-A956-334F76A6BAAF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48361-4D69-208B-D934-1CA197371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68811-72A3-2FD1-B020-5CDE2CE546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13093-4562-4E81-BED9-CB8426294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067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71E0B-A483-7616-74DC-8F7630A660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E96EC-EA43-9FE3-1D91-477443D4CB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59413B-C578-3D81-908D-ACA4DC936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99" t="21027" r="29688" b="23320"/>
          <a:stretch>
            <a:fillRect/>
          </a:stretch>
        </p:blipFill>
        <p:spPr>
          <a:xfrm>
            <a:off x="428625" y="285750"/>
            <a:ext cx="10944226" cy="620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892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42943F-6ACB-7103-2AC0-35C9CDBAA8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4" t="21862" r="29804" b="23112"/>
          <a:stretch>
            <a:fillRect/>
          </a:stretch>
        </p:blipFill>
        <p:spPr>
          <a:xfrm>
            <a:off x="257175" y="257175"/>
            <a:ext cx="11329987" cy="620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568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45920B-3CB3-5C9E-6353-D687C7D135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6" t="21444" r="30391" b="22695"/>
          <a:stretch>
            <a:fillRect/>
          </a:stretch>
        </p:blipFill>
        <p:spPr>
          <a:xfrm>
            <a:off x="242888" y="285749"/>
            <a:ext cx="11658600" cy="615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224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C86668-1513-1653-AE09-6787D71AD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6" t="21236" r="29922" b="21653"/>
          <a:stretch>
            <a:fillRect/>
          </a:stretch>
        </p:blipFill>
        <p:spPr>
          <a:xfrm>
            <a:off x="371476" y="214313"/>
            <a:ext cx="11372850" cy="635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1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173DBD-DF4E-78C5-FFC1-C6F66B7E3F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6" t="21027" r="29687" b="21861"/>
          <a:stretch>
            <a:fillRect/>
          </a:stretch>
        </p:blipFill>
        <p:spPr>
          <a:xfrm>
            <a:off x="371475" y="300038"/>
            <a:ext cx="11387138" cy="621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547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9CDA7B-D866-C97E-F2CB-9CF8E08F0C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81" t="21678" r="29688" b="21419"/>
          <a:stretch>
            <a:fillRect/>
          </a:stretch>
        </p:blipFill>
        <p:spPr>
          <a:xfrm>
            <a:off x="314325" y="200024"/>
            <a:ext cx="11530013" cy="620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212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BC7AA9-4EE9-457A-683F-BBFD567433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81" t="21027" r="29922" b="21653"/>
          <a:stretch>
            <a:fillRect/>
          </a:stretch>
        </p:blipFill>
        <p:spPr>
          <a:xfrm>
            <a:off x="342900" y="400049"/>
            <a:ext cx="11201400" cy="615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53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37E919-50DF-5892-1A9C-2C9D6817B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3" t="21444" r="29687" b="20820"/>
          <a:stretch>
            <a:fillRect/>
          </a:stretch>
        </p:blipFill>
        <p:spPr>
          <a:xfrm>
            <a:off x="323556" y="323557"/>
            <a:ext cx="11451101" cy="602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417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1998B3-07A7-FDD1-2274-32F775F760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99" t="21862" r="29688" b="22278"/>
          <a:stretch>
            <a:fillRect/>
          </a:stretch>
        </p:blipFill>
        <p:spPr>
          <a:xfrm>
            <a:off x="393894" y="309488"/>
            <a:ext cx="11240087" cy="6077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819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F458B-AF0E-DAF5-041F-C0849CDDF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6972AD-B3D2-C5D9-2E45-9C538D9A3C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64" t="21236" r="30274" b="22487"/>
          <a:stretch>
            <a:fillRect/>
          </a:stretch>
        </p:blipFill>
        <p:spPr>
          <a:xfrm>
            <a:off x="379829" y="323557"/>
            <a:ext cx="11282288" cy="620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095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F1DD7-85D0-9ABC-0C90-446E640EE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273570-AFF4-436F-603B-E5B0E3FD42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6" t="21236" r="29570" b="20611"/>
          <a:stretch>
            <a:fillRect/>
          </a:stretch>
        </p:blipFill>
        <p:spPr>
          <a:xfrm>
            <a:off x="478302" y="337625"/>
            <a:ext cx="11113476" cy="614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624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1FD2D-FA9A-8C52-9646-46DEA2C58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B1D177-36C7-3C00-0512-275A0E369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63" t="21027" r="29337" b="21445"/>
          <a:stretch>
            <a:fillRect/>
          </a:stretch>
        </p:blipFill>
        <p:spPr>
          <a:xfrm>
            <a:off x="309490" y="365760"/>
            <a:ext cx="11296356" cy="604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066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305F74-60CA-AF51-BB34-6B4F0E55FA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91" t="21236" r="30714" b="22278"/>
          <a:stretch>
            <a:fillRect/>
          </a:stretch>
        </p:blipFill>
        <p:spPr>
          <a:xfrm>
            <a:off x="492369" y="267286"/>
            <a:ext cx="11155679" cy="602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632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DB8A92-2D49-E492-1172-BB06C462E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98" t="21861" r="30156" b="21444"/>
          <a:stretch>
            <a:fillRect/>
          </a:stretch>
        </p:blipFill>
        <p:spPr>
          <a:xfrm>
            <a:off x="478301" y="365759"/>
            <a:ext cx="10550769" cy="609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960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BA2E9A-7BE5-CD0A-6751-112C61B63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6" t="21444" r="29922" b="22695"/>
          <a:stretch>
            <a:fillRect/>
          </a:stretch>
        </p:blipFill>
        <p:spPr>
          <a:xfrm>
            <a:off x="534572" y="379828"/>
            <a:ext cx="10916530" cy="604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977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C2CC72-8834-77FB-EA4B-6D9EED0ED6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99" t="21862" r="30273" b="21653"/>
          <a:stretch>
            <a:fillRect/>
          </a:stretch>
        </p:blipFill>
        <p:spPr>
          <a:xfrm>
            <a:off x="393896" y="422031"/>
            <a:ext cx="11043138" cy="592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368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E15FC8-EB81-C496-96A1-79321896D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7" t="21862" r="29571" b="21236"/>
          <a:stretch>
            <a:fillRect/>
          </a:stretch>
        </p:blipFill>
        <p:spPr>
          <a:xfrm>
            <a:off x="520505" y="422032"/>
            <a:ext cx="11141612" cy="597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873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9F3C8C-0AFC-0C0F-D109-D706113C8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81" t="21236" r="29805" b="20819"/>
          <a:stretch>
            <a:fillRect/>
          </a:stretch>
        </p:blipFill>
        <p:spPr>
          <a:xfrm>
            <a:off x="492369" y="295422"/>
            <a:ext cx="11000935" cy="599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9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ishita ghosh</dc:creator>
  <cp:lastModifiedBy>ishita ghosh</cp:lastModifiedBy>
  <cp:revision>1</cp:revision>
  <dcterms:created xsi:type="dcterms:W3CDTF">2026-10-07T03:51:32Z</dcterms:created>
  <dcterms:modified xsi:type="dcterms:W3CDTF">2026-10-07T04:11:10Z</dcterms:modified>
</cp:coreProperties>
</file>