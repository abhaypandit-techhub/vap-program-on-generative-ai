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BERT, GPT &amp; T5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/>
            </a:pPr>
            <a:r>
              <a:t>Understanding Encoder-only, Decoder-only &amp; Encoder–Decoder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/>
            </a:pPr>
            <a:r>
              <a:t>Trainer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the three major Transformer architectures.</a:t>
            </a:r>
          </a:p>
          <a:p>
            <a:pPr>
              <a:spcAft>
                <a:spcPts val="1000"/>
              </a:spcAft>
              <a:defRPr sz="2000"/>
            </a:pPr>
            <a:r>
              <a:t>Explain BERT as an encoder-only model.</a:t>
            </a:r>
          </a:p>
          <a:p>
            <a:pPr>
              <a:spcAft>
                <a:spcPts val="1000"/>
              </a:spcAft>
              <a:defRPr sz="2000"/>
            </a:pPr>
            <a:r>
              <a:t>Explain GPT as a decoder-only, auto-regressive model.</a:t>
            </a:r>
          </a:p>
          <a:p>
            <a:pPr>
              <a:spcAft>
                <a:spcPts val="1000"/>
              </a:spcAft>
              <a:defRPr sz="2000"/>
            </a:pPr>
            <a:r>
              <a:t>Explain T5 as an encoder–decoder text-to-text model.</a:t>
            </a:r>
          </a:p>
          <a:p>
            <a:pPr>
              <a:spcAft>
                <a:spcPts val="1000"/>
              </a:spcAft>
              <a:defRPr sz="2000"/>
            </a:pPr>
            <a:r>
              <a:t>Understand self-attention, causal attention and cross-attention.</a:t>
            </a:r>
          </a:p>
          <a:p>
            <a:pPr>
              <a:spcAft>
                <a:spcPts val="1000"/>
              </a:spcAft>
              <a:defRPr sz="2000"/>
            </a:pPr>
            <a:r>
              <a:t>Compare BERT vs GPT vs T5 using simple classroom analogies.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Transformer Model Families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1488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20116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488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0116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→ Encoder-only → Understand</a:t>
            </a:r>
          </a:p>
          <a:p>
            <a:pPr>
              <a:spcAft>
                <a:spcPts val="1000"/>
              </a:spcAft>
              <a:defRPr sz="2000"/>
            </a:pPr>
            <a:r>
              <a:t>GPT → Decoder-only → Generate</a:t>
            </a:r>
          </a:p>
          <a:p>
            <a:pPr>
              <a:spcAft>
                <a:spcPts val="1000"/>
              </a:spcAft>
              <a:defRPr sz="2000"/>
            </a:pPr>
            <a:r>
              <a:t>T5 → Encoder + Decoder → Transform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—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= Bidirectional Encoder Representations from Transformers.</a:t>
            </a:r>
          </a:p>
          <a:p>
            <a:pPr>
              <a:spcAft>
                <a:spcPts val="1000"/>
              </a:spcAft>
              <a:defRPr sz="2000"/>
            </a:pPr>
            <a:r>
              <a:t>Uses only the Encoder part of the Transformer.</a:t>
            </a:r>
          </a:p>
          <a:p>
            <a:pPr>
              <a:spcAft>
                <a:spcPts val="1000"/>
              </a:spcAft>
              <a:defRPr sz="2000"/>
            </a:pPr>
            <a:r>
              <a:t>Main strength: understanding text and context.</a:t>
            </a:r>
          </a:p>
          <a:p>
            <a:pPr>
              <a:spcAft>
                <a:spcPts val="1000"/>
              </a:spcAft>
              <a:defRPr sz="2000"/>
            </a:pPr>
            <a:r>
              <a:t>BERT is like a reader: it reads the complete context to understand each word.</a:t>
            </a:r>
          </a:p>
          <a:p>
            <a:pPr>
              <a:spcAft>
                <a:spcPts val="1000"/>
              </a:spcAft>
              <a:defRPr sz="2000"/>
            </a:pPr>
            <a:r>
              <a:t>Example: "I went to the bank to deposit money."</a:t>
            </a:r>
          </a:p>
          <a:p>
            <a:pPr>
              <a:spcAft>
                <a:spcPts val="1000"/>
              </a:spcAft>
              <a:defRPr sz="2000"/>
            </a:pPr>
            <a:r>
              <a:t>The surrounding words help BERT understand that “bank” means a financial institution.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Is BERT Bidirectional?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Left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Right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uses information from both directions.</a:t>
            </a:r>
          </a:p>
          <a:p>
            <a:pPr>
              <a:spcAft>
                <a:spcPts val="1000"/>
              </a:spcAft>
              <a:defRPr sz="2000"/>
            </a:pPr>
            <a:r>
              <a:t>Words before and after a target word contribute to its meaning.</a:t>
            </a:r>
          </a:p>
          <a:p>
            <a:pPr>
              <a:spcAft>
                <a:spcPts val="1000"/>
              </a:spcAft>
              <a:defRPr sz="2000"/>
            </a:pPr>
            <a:r>
              <a:t>Example: “The bank is near the river.”</a:t>
            </a:r>
          </a:p>
          <a:p>
            <a:pPr>
              <a:spcAft>
                <a:spcPts val="1000"/>
              </a:spcAft>
              <a:defRPr sz="2000"/>
            </a:pPr>
            <a:r>
              <a:t>Meaning = Left context + Right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Tokenization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82880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Transformer Encoder contains self-attention and feed-forward layers.</a:t>
            </a:r>
          </a:p>
          <a:p>
            <a:pPr>
              <a:spcAft>
                <a:spcPts val="1000"/>
              </a:spcAft>
              <a:defRPr sz="2000"/>
            </a:pPr>
            <a:r>
              <a:t>Produces contextual representations of the input.</a:t>
            </a:r>
          </a:p>
          <a:p>
            <a:pPr>
              <a:spcAft>
                <a:spcPts val="1000"/>
              </a:spcAft>
              <a:defRPr sz="2000"/>
            </a:pPr>
            <a:r>
              <a:t>Typical outputs: classification, NER, question answering, semantic similarity.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Training — Masked Language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The cat is sitting on the [MASK].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t>Prediction → 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hides some tokens and learns to predict them.</a:t>
            </a:r>
          </a:p>
          <a:p>
            <a:pPr>
              <a:spcAft>
                <a:spcPts val="1000"/>
              </a:spcAft>
              <a:defRPr sz="2000"/>
            </a:pPr>
            <a:r>
              <a:t>The model can use context from both sides of the masked word.</a:t>
            </a:r>
          </a:p>
          <a:p>
            <a:pPr>
              <a:spcAft>
                <a:spcPts val="1000"/>
              </a:spcAft>
              <a:defRPr sz="2000"/>
            </a:pPr>
            <a:r>
              <a:t>This helps BERT learn contextual word representations.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Sentiment analysis → Positive / Negative</a:t>
            </a:r>
          </a:p>
          <a:p>
            <a:pPr>
              <a:spcAft>
                <a:spcPts val="1000"/>
              </a:spcAft>
              <a:defRPr sz="2000"/>
            </a:pPr>
            <a:r>
              <a:t>Classification → Spam / Not Spam</a:t>
            </a:r>
          </a:p>
          <a:p>
            <a:pPr>
              <a:spcAft>
                <a:spcPts val="1000"/>
              </a:spcAft>
              <a:defRPr sz="2000"/>
            </a:pPr>
            <a:r>
              <a:t>Named Entity Recognition (NER) → Person / Location / Organization</a:t>
            </a:r>
          </a:p>
          <a:p>
            <a:pPr>
              <a:spcAft>
                <a:spcPts val="1000"/>
              </a:spcAft>
              <a:defRPr sz="2000"/>
            </a:pPr>
            <a:r>
              <a:t>Question answering → Find an answer in a passage</a:t>
            </a:r>
          </a:p>
          <a:p>
            <a:pPr>
              <a:spcAft>
                <a:spcPts val="1000"/>
              </a:spcAft>
              <a:defRPr sz="2000"/>
            </a:pPr>
            <a:r>
              <a:t>Semantic similarity → Compare sentence meanings</a:t>
            </a:r>
          </a:p>
          <a:p>
            <a:pPr>
              <a:spcAft>
                <a:spcPts val="1000"/>
              </a:spcAft>
              <a:defRPr sz="2000"/>
            </a:pPr>
            <a:r>
              <a:t>Search → Understand the meaning of a 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GPT —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GPT = Generative Pre-trained Transformer.</a:t>
            </a:r>
          </a:p>
          <a:p>
            <a:pPr>
              <a:spcAft>
                <a:spcPts val="1000"/>
              </a:spcAft>
              <a:defRPr sz="2000"/>
            </a:pPr>
            <a:r>
              <a:t>Uses a decoder-only Transformer architecture.</a:t>
            </a:r>
          </a:p>
          <a:p>
            <a:pPr>
              <a:spcAft>
                <a:spcPts val="1000"/>
              </a:spcAft>
              <a:defRPr sz="2000"/>
            </a:pPr>
            <a:r>
              <a:t>Main strength: generating text one token at a time.</a:t>
            </a:r>
          </a:p>
          <a:p>
            <a:pPr>
              <a:spcAft>
                <a:spcPts val="1000"/>
              </a:spcAft>
              <a:defRPr sz="2000"/>
            </a:pPr>
            <a:r>
              <a:t>Common uses: chat, coding, summarization, Q&amp;A and content generation.</a:t>
            </a:r>
          </a:p>
          <a:p>
            <a:pPr>
              <a:spcAft>
                <a:spcPts val="1000"/>
              </a:spcAft>
              <a:defRPr sz="2000"/>
            </a:pPr>
            <a:r>
              <a:t>Classroom analogy: "If BERT is mainly a reader, GPT is mainly a writer."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GPT and Causal Self-Attention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I   love   artificial  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When predicting “artificial”, GPT can see: I, love</a:t>
            </a:r>
          </a:p>
          <a:p>
            <a:pPr>
              <a:spcAft>
                <a:spcPts val="1000"/>
              </a:spcAft>
              <a:defRPr sz="2000"/>
            </a:pPr>
            <a:r>
              <a:t>It cannot see future tokens such as “intelligence”.</a:t>
            </a:r>
          </a:p>
          <a:p>
            <a:pPr>
              <a:spcAft>
                <a:spcPts val="1000"/>
              </a:spcAft>
              <a:defRPr sz="2000"/>
            </a:pPr>
            <a:r>
              <a:t>A causal mask prevents the model from looking into the future.</a:t>
            </a:r>
          </a:p>
          <a:p>
            <a:pPr>
              <a:spcAft>
                <a:spcPts val="1000"/>
              </a:spcAft>
              <a:defRPr sz="2000"/>
            </a:pPr>
            <a:r>
              <a:t>Memory line: GPT can look into the past, but not into the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Does GPT Need a Causal Mask?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Training example: “The capital of India is Delhi”</a:t>
            </a:r>
          </a:p>
          <a:p>
            <a:pPr>
              <a:spcAft>
                <a:spcPts val="1000"/>
              </a:spcAft>
              <a:defRPr sz="2000"/>
            </a:pPr>
            <a:r>
              <a:t>Input → The → Target: capital</a:t>
            </a:r>
          </a:p>
          <a:p>
            <a:pPr>
              <a:spcAft>
                <a:spcPts val="1000"/>
              </a:spcAft>
              <a:defRPr sz="2000"/>
            </a:pPr>
            <a:r>
              <a:t>Input → The capital → Target: of</a:t>
            </a:r>
          </a:p>
          <a:p>
            <a:pPr>
              <a:spcAft>
                <a:spcPts val="1000"/>
              </a:spcAft>
              <a:defRPr sz="2000"/>
            </a:pPr>
            <a:r>
              <a:t>Input → The capital of → Target: India</a:t>
            </a:r>
          </a:p>
          <a:p>
            <a:pPr>
              <a:spcAft>
                <a:spcPts val="1000"/>
              </a:spcAft>
              <a:defRPr sz="2000"/>
            </a:pPr>
            <a:r>
              <a:t>Input → The capital of India is → Target: Delhi</a:t>
            </a:r>
          </a:p>
          <a:p>
            <a:pPr>
              <a:spcAft>
                <a:spcPts val="1000"/>
              </a:spcAft>
              <a:defRPr sz="2000"/>
            </a:pPr>
            <a:r>
              <a:t>If the model could see “Delhi” while predicting Delhi, it would be cheating.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GPT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Input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Causal Self-Attention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Feed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Next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Multiple Transformer decoder blocks are stacked together.</a:t>
            </a:r>
          </a:p>
          <a:p>
            <a:pPr>
              <a:spcAft>
                <a:spcPts val="1000"/>
              </a:spcAft>
              <a:defRPr sz="2000"/>
            </a:pPr>
            <a:r>
              <a:t>The final layer produces probabilities for possible next tokens.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T5 —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T5 = Text-To-Text Transfer Transformer.</a:t>
            </a:r>
          </a:p>
          <a:p>
            <a:pPr>
              <a:spcAft>
                <a:spcPts val="1000"/>
              </a:spcAft>
              <a:defRPr sz="2000"/>
            </a:pPr>
            <a:r>
              <a:t>Uses both Encoder + Decoder.</a:t>
            </a:r>
          </a:p>
          <a:p>
            <a:pPr>
              <a:spcAft>
                <a:spcPts val="1000"/>
              </a:spcAft>
              <a:defRPr sz="2000"/>
            </a:pPr>
            <a:r>
              <a:t>The encoder reads and represents the input.</a:t>
            </a:r>
          </a:p>
          <a:p>
            <a:pPr>
              <a:spcAft>
                <a:spcPts val="1000"/>
              </a:spcAft>
              <a:defRPr sz="2000"/>
            </a:pPr>
            <a:r>
              <a:t>The decoder generates the required output.</a:t>
            </a:r>
          </a:p>
          <a:p>
            <a:pPr>
              <a:spcAft>
                <a:spcPts val="1000"/>
              </a:spcAft>
              <a:defRPr sz="2000"/>
            </a:pPr>
            <a:r>
              <a:t>Classroom analogy: T5 is a transformation machine — read the input, then produce the transformed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52120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53492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52120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53492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52120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3492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52120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534924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52120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T5 and Cross-Attention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Representations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Encoder self-attention: input token ↔ input token.</a:t>
            </a:r>
          </a:p>
          <a:p>
            <a:pPr>
              <a:spcAft>
                <a:spcPts val="1000"/>
              </a:spcAft>
              <a:defRPr sz="2000"/>
            </a:pPr>
            <a:r>
              <a:t>Decoder causal self-attention: previous output token ↔ previous output token.</a:t>
            </a:r>
          </a:p>
          <a:p>
            <a:pPr>
              <a:spcAft>
                <a:spcPts val="1000"/>
              </a:spcAft>
              <a:defRPr sz="2000"/>
            </a:pPr>
            <a:r>
              <a:t>Cross-attention: decoder token ↔ encoder representation.</a:t>
            </a:r>
          </a:p>
          <a:p>
            <a:pPr>
              <a:spcAft>
                <a:spcPts val="1000"/>
              </a:spcAft>
              <a:defRPr sz="2000"/>
            </a:pPr>
            <a:r>
              <a:t>Cross-attention lets the decoder use information from the encoded input.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T5: Text →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Translation: English → French</a:t>
            </a:r>
          </a:p>
          <a:p>
            <a:pPr>
              <a:spcAft>
                <a:spcPts val="1000"/>
              </a:spcAft>
              <a:defRPr sz="2000"/>
            </a:pPr>
            <a:r>
              <a:t>Summarization: Long article → Short summary</a:t>
            </a:r>
          </a:p>
          <a:p>
            <a:pPr>
              <a:spcAft>
                <a:spcPts val="1000"/>
              </a:spcAft>
              <a:defRPr sz="2000"/>
            </a:pPr>
            <a:r>
              <a:t>Question answering: Question + Context → Answer</a:t>
            </a:r>
          </a:p>
          <a:p>
            <a:pPr>
              <a:spcAft>
                <a:spcPts val="1000"/>
              </a:spcAft>
              <a:defRPr sz="2000"/>
            </a:pPr>
            <a:r>
              <a:t>Classification: Review → “positive”</a:t>
            </a:r>
          </a:p>
          <a:p>
            <a:pPr>
              <a:spcAft>
                <a:spcPts val="1000"/>
              </a:spcAft>
              <a:defRPr sz="2000"/>
            </a:pPr>
            <a:r>
              <a:t>Key idea: many NLP tasks can be expressed as text-to-text problems.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GPT Auto-regressive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Predict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Append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Updated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87451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73736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Auto = itself; regressive = uses previous values to predict the next.</a:t>
            </a:r>
          </a:p>
          <a:p>
            <a:pPr>
              <a:spcAft>
                <a:spcPts val="1000"/>
              </a:spcAft>
              <a:defRPr sz="2000"/>
            </a:pPr>
            <a:r>
              <a:t>GPT uses previously generated tokens to generate the next token.</a:t>
            </a:r>
          </a:p>
          <a:p>
            <a:pPr>
              <a:spcAft>
                <a:spcPts val="1000"/>
              </a:spcAft>
              <a:defRPr sz="2000"/>
            </a:pPr>
            <a:r>
              <a:t>Example: “I am learning” → AI → because → it → ...</a:t>
            </a:r>
          </a:p>
          <a:p>
            <a:pPr>
              <a:spcAft>
                <a:spcPts val="1000"/>
              </a:spcAft>
              <a:defRPr sz="2000"/>
            </a:pPr>
            <a:r>
              <a:t>This process continues until a stopping condition is reached.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Token-by-Token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Prompt: “The weather today is”</a:t>
            </a:r>
          </a:p>
          <a:p>
            <a:pPr>
              <a:spcAft>
                <a:spcPts val="1000"/>
              </a:spcAft>
              <a:defRPr sz="2000"/>
            </a:pPr>
            <a:r>
              <a:t>Step 1 → predicts “sunny”</a:t>
            </a:r>
          </a:p>
          <a:p>
            <a:pPr>
              <a:spcAft>
                <a:spcPts val="1000"/>
              </a:spcAft>
              <a:defRPr sz="2000"/>
            </a:pPr>
            <a:r>
              <a:t>Step 2 → “The weather today is sunny” → predicts “and”</a:t>
            </a:r>
          </a:p>
          <a:p>
            <a:pPr>
              <a:spcAft>
                <a:spcPts val="1000"/>
              </a:spcAft>
              <a:defRPr sz="2000"/>
            </a:pPr>
            <a:r>
              <a:t>Step 3 → “The weather today is sunny and” → predicts “pleasant”</a:t>
            </a:r>
          </a:p>
          <a:p>
            <a:pPr>
              <a:spcAft>
                <a:spcPts val="1000"/>
              </a:spcAft>
              <a:defRPr sz="2000"/>
            </a:pPr>
            <a:r>
              <a:t>Each step produces a probability distribution over possible next tokens.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Auto-regressive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Probabilities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Select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Append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64592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Stop?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If not finished → predict again.</a:t>
            </a:r>
          </a:p>
          <a:p>
            <a:pPr>
              <a:spcAft>
                <a:spcPts val="1000"/>
              </a:spcAft>
              <a:defRPr sz="2000"/>
            </a:pPr>
            <a:r>
              <a:t>Stopping can happen when an end-of-sequence token is produced.</a:t>
            </a:r>
          </a:p>
          <a:p>
            <a:pPr>
              <a:spcAft>
                <a:spcPts val="1000"/>
              </a:spcAft>
              <a:defRPr sz="2000"/>
            </a:pPr>
            <a:r>
              <a:t>Other stopping rules include maximum generation length.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BERT vs GPT vs T5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Encoder-only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Decoder-only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Encoder–Decoder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Main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Transformation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Bidirectional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Self + Cross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Future output tokens?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Not 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Typical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Sentiment / 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Chat /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Translation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Real-Life Classroom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BERT = Student Reading a Book 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GPT = Student Writing a Story ✍️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T5 = Translator 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→ UNDERSTAND</a:t>
            </a:r>
          </a:p>
          <a:p>
            <a:pPr>
              <a:spcAft>
                <a:spcPts val="1000"/>
              </a:spcAft>
              <a:defRPr sz="2000"/>
            </a:pPr>
            <a:r>
              <a:t>GPT → GENERATE</a:t>
            </a:r>
          </a:p>
          <a:p>
            <a:pPr>
              <a:spcAft>
                <a:spcPts val="1000"/>
              </a:spcAft>
              <a:defRPr sz="2000"/>
            </a:pPr>
            <a:r>
              <a:t>T5 → READ + TRANSFORM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Important Technical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Avoid teaching: “Encoder = understanding, Decoder = generation” as a complete rule.</a:t>
            </a:r>
          </a:p>
          <a:p>
            <a:pPr>
              <a:spcAft>
                <a:spcPts val="1000"/>
              </a:spcAft>
              <a:defRPr sz="2000"/>
            </a:pPr>
            <a:r>
              <a:t>Better: Encoder creates representations of an input sequence.</a:t>
            </a:r>
          </a:p>
          <a:p>
            <a:pPr>
              <a:spcAft>
                <a:spcPts val="1000"/>
              </a:spcAft>
              <a:defRPr sz="2000"/>
            </a:pPr>
            <a:r>
              <a:t>Decoder generates a sequence while conditioning on previous output tokens.</a:t>
            </a:r>
          </a:p>
          <a:p>
            <a:pPr>
              <a:spcAft>
                <a:spcPts val="1000"/>
              </a:spcAft>
              <a:defRPr sz="2000"/>
            </a:pPr>
            <a:r>
              <a:t>In encoder–decoder models, the decoder can also condition on encoder representations.</a:t>
            </a:r>
          </a:p>
          <a:p>
            <a:pPr>
              <a:spcAft>
                <a:spcPts val="1000"/>
              </a:spcAft>
              <a:defRPr sz="2000"/>
            </a:pPr>
            <a:r>
              <a:t>Therefore: BERT = encoder-only; GPT = decoder-only; T5 = encoder + decoder.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Trainer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69163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544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691639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554480"/>
            <a:ext cx="20574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t>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t>READ + TRANSFORM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Best Memory Tricks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BERT → READ</a:t>
            </a:r>
          </a:p>
          <a:p>
            <a:pPr>
              <a:spcAft>
                <a:spcPts val="1000"/>
              </a:spcAft>
              <a:defRPr sz="2000"/>
            </a:pPr>
            <a:r>
              <a:t>GPT → WRITE</a:t>
            </a:r>
          </a:p>
          <a:p>
            <a:pPr>
              <a:spcAft>
                <a:spcPts val="1000"/>
              </a:spcAft>
              <a:defRPr sz="2000"/>
            </a:pPr>
            <a:r>
              <a:t>T5 → READ + TRANSFORM</a:t>
            </a:r>
          </a:p>
          <a:p>
            <a:pPr>
              <a:spcAft>
                <a:spcPts val="1000"/>
              </a:spcAft>
              <a:defRPr sz="2000"/>
            </a:pPr>
            <a:r>
              <a:t>GPT Auto-regressive → PREDICT → APPEND → REPEAT</a:t>
            </a:r>
          </a:p>
          <a:p>
            <a:pPr>
              <a:spcAft>
                <a:spcPts val="1000"/>
              </a:spcAft>
              <a:defRPr sz="2000"/>
            </a:pPr>
            <a:r>
              <a:t>BERT → Bidirectional context</a:t>
            </a:r>
          </a:p>
          <a:p>
            <a:pPr>
              <a:spcAft>
                <a:spcPts val="1000"/>
              </a:spcAft>
              <a:defRPr sz="2000"/>
            </a:pPr>
            <a:r>
              <a:t>GPT → Causal / future-masked context</a:t>
            </a:r>
          </a:p>
          <a:p>
            <a:pPr>
              <a:spcAft>
                <a:spcPts val="1000"/>
              </a:spcAft>
              <a:defRPr sz="2000"/>
            </a:pPr>
            <a:r>
              <a:t>T5 → Encoder self-attention + Decoder causal self-attention + Cross-attention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Quick Classroom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Which model is encoder-only? → BERT</a:t>
            </a:r>
          </a:p>
          <a:p>
            <a:pPr>
              <a:spcAft>
                <a:spcPts val="1000"/>
              </a:spcAft>
              <a:defRPr sz="2000"/>
            </a:pPr>
            <a:r>
              <a:t>2. Which model is decoder-only? → GPT</a:t>
            </a:r>
          </a:p>
          <a:p>
            <a:pPr>
              <a:spcAft>
                <a:spcPts val="1000"/>
              </a:spcAft>
              <a:defRPr sz="2000"/>
            </a:pPr>
            <a:r>
              <a:t>3. Which model uses encoder + decoder? → T5</a:t>
            </a:r>
          </a:p>
          <a:p>
            <a:pPr>
              <a:spcAft>
                <a:spcPts val="1000"/>
              </a:spcAft>
              <a:defRPr sz="2000"/>
            </a:pPr>
            <a:r>
              <a:t>4. Which model is designed for next-token generation? → GPT</a:t>
            </a:r>
          </a:p>
          <a:p>
            <a:pPr>
              <a:spcAft>
                <a:spcPts val="1000"/>
              </a:spcAft>
              <a:defRPr sz="2000"/>
            </a:pPr>
            <a:r>
              <a:t>5. What does cross-attention connect? → Decoder with encoder representations</a:t>
            </a:r>
          </a:p>
          <a:p>
            <a:pPr>
              <a:spcAft>
                <a:spcPts val="1000"/>
              </a:spcAft>
              <a:defRPr sz="2000"/>
            </a:pPr>
            <a:r>
              <a:t>6. What is GPT’s generation pattern? → Predict → Append → Repeat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/>
            </a:pPr>
            <a:r>
              <a:t>BERT • GPT • T5 • Transformers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