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2"/>
  </p:notesMasterIdLst>
  <p:sldIdLst>
    <p:sldId id="256" r:id="rId3"/>
    <p:sldId id="257" r:id="rId4"/>
    <p:sldId id="261" r:id="rId5"/>
    <p:sldId id="265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2D84C-9188-4031-A607-BA511B02655B}" v="259" dt="2026-08-28T23:30:50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87728" autoAdjust="0"/>
  </p:normalViewPr>
  <p:slideViewPr>
    <p:cSldViewPr snapToGrid="0">
      <p:cViewPr>
        <p:scale>
          <a:sx n="65" d="100"/>
          <a:sy n="65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rpita Jana" userId="646c106d88bcf672" providerId="LiveId" clId="{3C84B437-EFCF-4B0B-AFBA-9D212F726882}"/>
    <pc:docChg chg="undo custSel addSld delSld modSld sldOrd">
      <pc:chgData name="Samarpita Jana" userId="646c106d88bcf672" providerId="LiveId" clId="{3C84B437-EFCF-4B0B-AFBA-9D212F726882}" dt="2026-08-29T06:22:52.574" v="5825" actId="14100"/>
      <pc:docMkLst>
        <pc:docMk/>
      </pc:docMkLst>
      <pc:sldChg chg="modSp add mod">
        <pc:chgData name="Samarpita Jana" userId="646c106d88bcf672" providerId="LiveId" clId="{3C84B437-EFCF-4B0B-AFBA-9D212F726882}" dt="2026-08-27T11:11:20.343" v="3529" actId="1076"/>
        <pc:sldMkLst>
          <pc:docMk/>
          <pc:sldMk cId="2738047209" sldId="261"/>
        </pc:sldMkLst>
        <pc:spChg chg="mod">
          <ac:chgData name="Samarpita Jana" userId="646c106d88bcf672" providerId="LiveId" clId="{3C84B437-EFCF-4B0B-AFBA-9D212F726882}" dt="2026-08-26T03:50:23.239" v="11" actId="27636"/>
          <ac:spMkLst>
            <pc:docMk/>
            <pc:sldMk cId="2738047209" sldId="261"/>
            <ac:spMk id="3" creationId="{6E898BD1-0017-35C7-2CBC-CEC31A6D56F6}"/>
          </ac:spMkLst>
        </pc:spChg>
        <pc:spChg chg="mod">
          <ac:chgData name="Samarpita Jana" userId="646c106d88bcf672" providerId="LiveId" clId="{3C84B437-EFCF-4B0B-AFBA-9D212F726882}" dt="2026-08-27T11:11:20.343" v="3529" actId="1076"/>
          <ac:spMkLst>
            <pc:docMk/>
            <pc:sldMk cId="2738047209" sldId="261"/>
            <ac:spMk id="21" creationId="{6A64204A-9CAA-34D8-68AF-DD189A3A2F6C}"/>
          </ac:spMkLst>
        </pc:spChg>
      </pc:sldChg>
      <pc:sldChg chg="modSp new mod">
        <pc:chgData name="Samarpita Jana" userId="646c106d88bcf672" providerId="LiveId" clId="{3C84B437-EFCF-4B0B-AFBA-9D212F726882}" dt="2026-08-26T04:04:13.710" v="191" actId="14100"/>
        <pc:sldMkLst>
          <pc:docMk/>
          <pc:sldMk cId="2019498821" sldId="262"/>
        </pc:sldMkLst>
        <pc:spChg chg="mod">
          <ac:chgData name="Samarpita Jana" userId="646c106d88bcf672" providerId="LiveId" clId="{3C84B437-EFCF-4B0B-AFBA-9D212F726882}" dt="2026-08-26T04:03:52.595" v="189" actId="113"/>
          <ac:spMkLst>
            <pc:docMk/>
            <pc:sldMk cId="2019498821" sldId="262"/>
            <ac:spMk id="2" creationId="{DDB57377-1F58-2D50-252D-F0D31CA3228A}"/>
          </ac:spMkLst>
        </pc:spChg>
        <pc:spChg chg="mod">
          <ac:chgData name="Samarpita Jana" userId="646c106d88bcf672" providerId="LiveId" clId="{3C84B437-EFCF-4B0B-AFBA-9D212F726882}" dt="2026-08-26T04:04:13.710" v="191" actId="14100"/>
          <ac:spMkLst>
            <pc:docMk/>
            <pc:sldMk cId="2019498821" sldId="262"/>
            <ac:spMk id="3" creationId="{56F4FE5A-9201-7333-BF20-AEB744B3192A}"/>
          </ac:spMkLst>
        </pc:spChg>
      </pc:sldChg>
      <pc:sldChg chg="addSp modSp new mod">
        <pc:chgData name="Samarpita Jana" userId="646c106d88bcf672" providerId="LiveId" clId="{3C84B437-EFCF-4B0B-AFBA-9D212F726882}" dt="2026-08-26T04:33:58.610" v="369" actId="14100"/>
        <pc:sldMkLst>
          <pc:docMk/>
          <pc:sldMk cId="3691413077" sldId="263"/>
        </pc:sldMkLst>
        <pc:spChg chg="mod">
          <ac:chgData name="Samarpita Jana" userId="646c106d88bcf672" providerId="LiveId" clId="{3C84B437-EFCF-4B0B-AFBA-9D212F726882}" dt="2026-08-26T04:04:31.578" v="210" actId="20577"/>
          <ac:spMkLst>
            <pc:docMk/>
            <pc:sldMk cId="3691413077" sldId="263"/>
            <ac:spMk id="2" creationId="{C785D064-3D97-894A-F800-FC054FC1ED1C}"/>
          </ac:spMkLst>
        </pc:spChg>
        <pc:spChg chg="mod">
          <ac:chgData name="Samarpita Jana" userId="646c106d88bcf672" providerId="LiveId" clId="{3C84B437-EFCF-4B0B-AFBA-9D212F726882}" dt="2026-08-26T04:33:53.222" v="367" actId="255"/>
          <ac:spMkLst>
            <pc:docMk/>
            <pc:sldMk cId="3691413077" sldId="263"/>
            <ac:spMk id="3" creationId="{A2A96B70-84CC-2B9C-DE90-8085094F7A63}"/>
          </ac:spMkLst>
        </pc:spChg>
        <pc:picChg chg="add mod">
          <ac:chgData name="Samarpita Jana" userId="646c106d88bcf672" providerId="LiveId" clId="{3C84B437-EFCF-4B0B-AFBA-9D212F726882}" dt="2026-08-26T04:33:58.610" v="369" actId="14100"/>
          <ac:picMkLst>
            <pc:docMk/>
            <pc:sldMk cId="3691413077" sldId="263"/>
            <ac:picMk id="5" creationId="{094C21FB-09F3-9945-854D-C3B8530CEB64}"/>
          </ac:picMkLst>
        </pc:picChg>
      </pc:sldChg>
      <pc:sldChg chg="addSp delSp modSp new mod">
        <pc:chgData name="Samarpita Jana" userId="646c106d88bcf672" providerId="LiveId" clId="{3C84B437-EFCF-4B0B-AFBA-9D212F726882}" dt="2026-08-26T04:36:05.500" v="400" actId="14100"/>
        <pc:sldMkLst>
          <pc:docMk/>
          <pc:sldMk cId="16825014" sldId="264"/>
        </pc:sldMkLst>
        <pc:spChg chg="mod">
          <ac:chgData name="Samarpita Jana" userId="646c106d88bcf672" providerId="LiveId" clId="{3C84B437-EFCF-4B0B-AFBA-9D212F726882}" dt="2026-08-26T04:35:50.463" v="396" actId="20577"/>
          <ac:spMkLst>
            <pc:docMk/>
            <pc:sldMk cId="16825014" sldId="264"/>
            <ac:spMk id="2" creationId="{A5E1D19D-7AE8-2335-A095-B8E3170DDBE6}"/>
          </ac:spMkLst>
        </pc:spChg>
        <pc:picChg chg="add mod ord">
          <ac:chgData name="Samarpita Jana" userId="646c106d88bcf672" providerId="LiveId" clId="{3C84B437-EFCF-4B0B-AFBA-9D212F726882}" dt="2026-08-26T04:36:05.500" v="400" actId="14100"/>
          <ac:picMkLst>
            <pc:docMk/>
            <pc:sldMk cId="16825014" sldId="264"/>
            <ac:picMk id="5" creationId="{9C1E5650-D1FA-0E65-1AE0-BE9B85F1ECBD}"/>
          </ac:picMkLst>
        </pc:picChg>
      </pc:sldChg>
      <pc:sldChg chg="addSp delSp modSp new mod">
        <pc:chgData name="Samarpita Jana" userId="646c106d88bcf672" providerId="LiveId" clId="{3C84B437-EFCF-4B0B-AFBA-9D212F726882}" dt="2026-08-27T11:25:13.755" v="3531" actId="11529"/>
        <pc:sldMkLst>
          <pc:docMk/>
          <pc:sldMk cId="1635471795" sldId="265"/>
        </pc:sldMkLst>
        <pc:spChg chg="mod">
          <ac:chgData name="Samarpita Jana" userId="646c106d88bcf672" providerId="LiveId" clId="{3C84B437-EFCF-4B0B-AFBA-9D212F726882}" dt="2026-08-26T04:37:43.441" v="408" actId="20577"/>
          <ac:spMkLst>
            <pc:docMk/>
            <pc:sldMk cId="1635471795" sldId="265"/>
            <ac:spMk id="2" creationId="{9BD0B682-9912-012C-23E6-47C43026CB67}"/>
          </ac:spMkLst>
        </pc:spChg>
        <pc:spChg chg="mod">
          <ac:chgData name="Samarpita Jana" userId="646c106d88bcf672" providerId="LiveId" clId="{3C84B437-EFCF-4B0B-AFBA-9D212F726882}" dt="2026-08-26T04:44:02.230" v="546" actId="113"/>
          <ac:spMkLst>
            <pc:docMk/>
            <pc:sldMk cId="1635471795" sldId="265"/>
            <ac:spMk id="3" creationId="{64C13623-6FD0-2C14-9AFB-E2E546912A58}"/>
          </ac:spMkLst>
        </pc:spChg>
      </pc:sldChg>
      <pc:sldChg chg="addSp modSp new mod">
        <pc:chgData name="Samarpita Jana" userId="646c106d88bcf672" providerId="LiveId" clId="{3C84B437-EFCF-4B0B-AFBA-9D212F726882}" dt="2026-08-26T04:54:51.801" v="746" actId="27636"/>
        <pc:sldMkLst>
          <pc:docMk/>
          <pc:sldMk cId="1836782678" sldId="266"/>
        </pc:sldMkLst>
        <pc:spChg chg="mod">
          <ac:chgData name="Samarpita Jana" userId="646c106d88bcf672" providerId="LiveId" clId="{3C84B437-EFCF-4B0B-AFBA-9D212F726882}" dt="2026-08-26T04:49:03.112" v="562" actId="20577"/>
          <ac:spMkLst>
            <pc:docMk/>
            <pc:sldMk cId="1836782678" sldId="266"/>
            <ac:spMk id="2" creationId="{EE4135C5-E09C-3B26-C37E-B31024AB291B}"/>
          </ac:spMkLst>
        </pc:spChg>
        <pc:spChg chg="mod">
          <ac:chgData name="Samarpita Jana" userId="646c106d88bcf672" providerId="LiveId" clId="{3C84B437-EFCF-4B0B-AFBA-9D212F726882}" dt="2026-08-26T04:54:51.801" v="746" actId="27636"/>
          <ac:spMkLst>
            <pc:docMk/>
            <pc:sldMk cId="1836782678" sldId="266"/>
            <ac:spMk id="3" creationId="{9EB2CD29-5947-0FC7-F8C5-426AE7906841}"/>
          </ac:spMkLst>
        </pc:spChg>
        <pc:spChg chg="add mod">
          <ac:chgData name="Samarpita Jana" userId="646c106d88bcf672" providerId="LiveId" clId="{3C84B437-EFCF-4B0B-AFBA-9D212F726882}" dt="2026-08-26T04:54:09.216" v="695" actId="17032"/>
          <ac:spMkLst>
            <pc:docMk/>
            <pc:sldMk cId="1836782678" sldId="266"/>
            <ac:spMk id="4" creationId="{5EC1243B-9CA6-CD7E-5833-C3DB15801EF9}"/>
          </ac:spMkLst>
        </pc:spChg>
      </pc:sldChg>
      <pc:sldChg chg="addSp delSp modSp new mod">
        <pc:chgData name="Samarpita Jana" userId="646c106d88bcf672" providerId="LiveId" clId="{3C84B437-EFCF-4B0B-AFBA-9D212F726882}" dt="2026-08-26T04:59:29.786" v="1082"/>
        <pc:sldMkLst>
          <pc:docMk/>
          <pc:sldMk cId="2704911302" sldId="267"/>
        </pc:sldMkLst>
        <pc:spChg chg="mod">
          <ac:chgData name="Samarpita Jana" userId="646c106d88bcf672" providerId="LiveId" clId="{3C84B437-EFCF-4B0B-AFBA-9D212F726882}" dt="2026-08-26T04:55:06.816" v="761" actId="20577"/>
          <ac:spMkLst>
            <pc:docMk/>
            <pc:sldMk cId="2704911302" sldId="267"/>
            <ac:spMk id="2" creationId="{0DD20D3E-EB5F-776A-CA0B-978BEC63719D}"/>
          </ac:spMkLst>
        </pc:spChg>
        <pc:spChg chg="mod">
          <ac:chgData name="Samarpita Jana" userId="646c106d88bcf672" providerId="LiveId" clId="{3C84B437-EFCF-4B0B-AFBA-9D212F726882}" dt="2026-08-26T04:58:41.392" v="1073" actId="20577"/>
          <ac:spMkLst>
            <pc:docMk/>
            <pc:sldMk cId="2704911302" sldId="267"/>
            <ac:spMk id="3" creationId="{78B692C5-3A7C-4FE1-6089-02DABC82DDD7}"/>
          </ac:spMkLst>
        </pc:spChg>
        <pc:spChg chg="add mod">
          <ac:chgData name="Samarpita Jana" userId="646c106d88bcf672" providerId="LiveId" clId="{3C84B437-EFCF-4B0B-AFBA-9D212F726882}" dt="2026-08-26T04:57:28.202" v="842" actId="1582"/>
          <ac:spMkLst>
            <pc:docMk/>
            <pc:sldMk cId="2704911302" sldId="267"/>
            <ac:spMk id="4" creationId="{EECC07B6-5600-8E24-0E10-528E640B1BFC}"/>
          </ac:spMkLst>
        </pc:spChg>
        <pc:spChg chg="add mod">
          <ac:chgData name="Samarpita Jana" userId="646c106d88bcf672" providerId="LiveId" clId="{3C84B437-EFCF-4B0B-AFBA-9D212F726882}" dt="2026-08-26T04:59:26.775" v="1080" actId="1582"/>
          <ac:spMkLst>
            <pc:docMk/>
            <pc:sldMk cId="2704911302" sldId="267"/>
            <ac:spMk id="8" creationId="{7921D298-F586-5DD8-CE8A-5B887F25B8B3}"/>
          </ac:spMkLst>
        </pc:spChg>
        <pc:cxnChg chg="add mod">
          <ac:chgData name="Samarpita Jana" userId="646c106d88bcf672" providerId="LiveId" clId="{3C84B437-EFCF-4B0B-AFBA-9D212F726882}" dt="2026-08-26T04:58:46.717" v="1074" actId="1076"/>
          <ac:cxnSpMkLst>
            <pc:docMk/>
            <pc:sldMk cId="2704911302" sldId="267"/>
            <ac:cxnSpMk id="6" creationId="{AE6146FA-B4F3-2490-F34E-8313CD71595C}"/>
          </ac:cxnSpMkLst>
        </pc:cxnChg>
      </pc:sldChg>
      <pc:sldChg chg="addSp modSp new mod">
        <pc:chgData name="Samarpita Jana" userId="646c106d88bcf672" providerId="LiveId" clId="{3C84B437-EFCF-4B0B-AFBA-9D212F726882}" dt="2026-08-26T05:13:38.204" v="1348" actId="208"/>
        <pc:sldMkLst>
          <pc:docMk/>
          <pc:sldMk cId="805396969" sldId="268"/>
        </pc:sldMkLst>
        <pc:spChg chg="mod">
          <ac:chgData name="Samarpita Jana" userId="646c106d88bcf672" providerId="LiveId" clId="{3C84B437-EFCF-4B0B-AFBA-9D212F726882}" dt="2026-08-26T05:10:15.163" v="1131" actId="20577"/>
          <ac:spMkLst>
            <pc:docMk/>
            <pc:sldMk cId="805396969" sldId="268"/>
            <ac:spMk id="2" creationId="{E6C05EA7-069D-CE70-BE55-774E2A1B98C0}"/>
          </ac:spMkLst>
        </pc:spChg>
        <pc:spChg chg="mod">
          <ac:chgData name="Samarpita Jana" userId="646c106d88bcf672" providerId="LiveId" clId="{3C84B437-EFCF-4B0B-AFBA-9D212F726882}" dt="2026-08-26T05:12:52.714" v="1344" actId="14100"/>
          <ac:spMkLst>
            <pc:docMk/>
            <pc:sldMk cId="805396969" sldId="268"/>
            <ac:spMk id="3" creationId="{E555FC5B-621E-D87F-F50A-3F12BF290A16}"/>
          </ac:spMkLst>
        </pc:spChg>
        <pc:spChg chg="add mod">
          <ac:chgData name="Samarpita Jana" userId="646c106d88bcf672" providerId="LiveId" clId="{3C84B437-EFCF-4B0B-AFBA-9D212F726882}" dt="2026-08-26T05:13:38.204" v="1348" actId="208"/>
          <ac:spMkLst>
            <pc:docMk/>
            <pc:sldMk cId="805396969" sldId="268"/>
            <ac:spMk id="6" creationId="{61AFC725-970F-A491-CE14-8F063257CBDA}"/>
          </ac:spMkLst>
        </pc:spChg>
        <pc:cxnChg chg="add mod">
          <ac:chgData name="Samarpita Jana" userId="646c106d88bcf672" providerId="LiveId" clId="{3C84B437-EFCF-4B0B-AFBA-9D212F726882}" dt="2026-08-26T05:12:14.059" v="1224" actId="1582"/>
          <ac:cxnSpMkLst>
            <pc:docMk/>
            <pc:sldMk cId="805396969" sldId="268"/>
            <ac:cxnSpMk id="5" creationId="{540C386A-20B7-A451-95FD-2F3FB583EC60}"/>
          </ac:cxnSpMkLst>
        </pc:cxnChg>
      </pc:sldChg>
      <pc:sldChg chg="addSp modSp new mod">
        <pc:chgData name="Samarpita Jana" userId="646c106d88bcf672" providerId="LiveId" clId="{3C84B437-EFCF-4B0B-AFBA-9D212F726882}" dt="2026-08-26T05:17:28.834" v="1451" actId="313"/>
        <pc:sldMkLst>
          <pc:docMk/>
          <pc:sldMk cId="1860467090" sldId="269"/>
        </pc:sldMkLst>
        <pc:spChg chg="mod">
          <ac:chgData name="Samarpita Jana" userId="646c106d88bcf672" providerId="LiveId" clId="{3C84B437-EFCF-4B0B-AFBA-9D212F726882}" dt="2026-08-26T05:15:47.792" v="1437" actId="20577"/>
          <ac:spMkLst>
            <pc:docMk/>
            <pc:sldMk cId="1860467090" sldId="269"/>
            <ac:spMk id="2" creationId="{60C236CC-C53A-5624-4DCE-D388A682B69E}"/>
          </ac:spMkLst>
        </pc:spChg>
        <pc:spChg chg="mod">
          <ac:chgData name="Samarpita Jana" userId="646c106d88bcf672" providerId="LiveId" clId="{3C84B437-EFCF-4B0B-AFBA-9D212F726882}" dt="2026-08-26T05:17:28.834" v="1451" actId="313"/>
          <ac:spMkLst>
            <pc:docMk/>
            <pc:sldMk cId="1860467090" sldId="269"/>
            <ac:spMk id="3" creationId="{4274ADD8-802B-EC66-6809-4FE56CA99523}"/>
          </ac:spMkLst>
        </pc:spChg>
        <pc:spChg chg="add mod">
          <ac:chgData name="Samarpita Jana" userId="646c106d88bcf672" providerId="LiveId" clId="{3C84B437-EFCF-4B0B-AFBA-9D212F726882}" dt="2026-08-26T05:17:21.823" v="1449" actId="1076"/>
          <ac:spMkLst>
            <pc:docMk/>
            <pc:sldMk cId="1860467090" sldId="269"/>
            <ac:spMk id="4" creationId="{7EAAC0F1-0961-CB6E-3A34-D165CFD3CF5A}"/>
          </ac:spMkLst>
        </pc:spChg>
      </pc:sldChg>
      <pc:sldChg chg="modSp new mod">
        <pc:chgData name="Samarpita Jana" userId="646c106d88bcf672" providerId="LiveId" clId="{3C84B437-EFCF-4B0B-AFBA-9D212F726882}" dt="2026-08-26T05:21:37.271" v="1553" actId="113"/>
        <pc:sldMkLst>
          <pc:docMk/>
          <pc:sldMk cId="307201134" sldId="270"/>
        </pc:sldMkLst>
        <pc:spChg chg="mod">
          <ac:chgData name="Samarpita Jana" userId="646c106d88bcf672" providerId="LiveId" clId="{3C84B437-EFCF-4B0B-AFBA-9D212F726882}" dt="2026-08-26T05:17:58.627" v="1486" actId="20577"/>
          <ac:spMkLst>
            <pc:docMk/>
            <pc:sldMk cId="307201134" sldId="270"/>
            <ac:spMk id="2" creationId="{BFEE4864-63AF-AD90-3F17-F27BB9A45B75}"/>
          </ac:spMkLst>
        </pc:spChg>
        <pc:spChg chg="mod">
          <ac:chgData name="Samarpita Jana" userId="646c106d88bcf672" providerId="LiveId" clId="{3C84B437-EFCF-4B0B-AFBA-9D212F726882}" dt="2026-08-26T05:21:37.271" v="1553" actId="113"/>
          <ac:spMkLst>
            <pc:docMk/>
            <pc:sldMk cId="307201134" sldId="270"/>
            <ac:spMk id="3" creationId="{0E48C9C8-FAD7-095D-3641-868A47065C5D}"/>
          </ac:spMkLst>
        </pc:spChg>
      </pc:sldChg>
      <pc:sldChg chg="addSp delSp modSp new mod">
        <pc:chgData name="Samarpita Jana" userId="646c106d88bcf672" providerId="LiveId" clId="{3C84B437-EFCF-4B0B-AFBA-9D212F726882}" dt="2026-08-26T11:52:23.032" v="3524" actId="20578"/>
        <pc:sldMkLst>
          <pc:docMk/>
          <pc:sldMk cId="971269156" sldId="271"/>
        </pc:sldMkLst>
        <pc:spChg chg="mod">
          <ac:chgData name="Samarpita Jana" userId="646c106d88bcf672" providerId="LiveId" clId="{3C84B437-EFCF-4B0B-AFBA-9D212F726882}" dt="2026-08-26T05:24:22.295" v="1717" actId="208"/>
          <ac:spMkLst>
            <pc:docMk/>
            <pc:sldMk cId="971269156" sldId="271"/>
            <ac:spMk id="2" creationId="{75628002-AC77-3058-4858-542A54E246B8}"/>
          </ac:spMkLst>
        </pc:spChg>
        <pc:spChg chg="mod">
          <ac:chgData name="Samarpita Jana" userId="646c106d88bcf672" providerId="LiveId" clId="{3C84B437-EFCF-4B0B-AFBA-9D212F726882}" dt="2026-08-26T11:52:23.032" v="3524" actId="20578"/>
          <ac:spMkLst>
            <pc:docMk/>
            <pc:sldMk cId="971269156" sldId="271"/>
            <ac:spMk id="3" creationId="{B4305913-D746-3704-EC45-5D454AE1E784}"/>
          </ac:spMkLst>
        </pc:spChg>
        <pc:spChg chg="add mod">
          <ac:chgData name="Samarpita Jana" userId="646c106d88bcf672" providerId="LiveId" clId="{3C84B437-EFCF-4B0B-AFBA-9D212F726882}" dt="2026-08-26T05:26:46.737" v="1789" actId="1076"/>
          <ac:spMkLst>
            <pc:docMk/>
            <pc:sldMk cId="971269156" sldId="271"/>
            <ac:spMk id="6" creationId="{1B1893D9-CDD1-1D31-EE9A-02C78142BA27}"/>
          </ac:spMkLst>
        </pc:spChg>
        <pc:spChg chg="add mod">
          <ac:chgData name="Samarpita Jana" userId="646c106d88bcf672" providerId="LiveId" clId="{3C84B437-EFCF-4B0B-AFBA-9D212F726882}" dt="2026-08-26T05:31:05.602" v="1898" actId="1076"/>
          <ac:spMkLst>
            <pc:docMk/>
            <pc:sldMk cId="971269156" sldId="271"/>
            <ac:spMk id="7" creationId="{4FDDC360-67C6-08A7-5596-4C68DAD36B79}"/>
          </ac:spMkLst>
        </pc:spChg>
        <pc:cxnChg chg="add mod">
          <ac:chgData name="Samarpita Jana" userId="646c106d88bcf672" providerId="LiveId" clId="{3C84B437-EFCF-4B0B-AFBA-9D212F726882}" dt="2026-08-26T05:31:11.272" v="1899" actId="1076"/>
          <ac:cxnSpMkLst>
            <pc:docMk/>
            <pc:sldMk cId="971269156" sldId="271"/>
            <ac:cxnSpMk id="5" creationId="{E05989E5-AD15-AB52-A3DB-E8AE53EA4D36}"/>
          </ac:cxnSpMkLst>
        </pc:cxnChg>
      </pc:sldChg>
      <pc:sldChg chg="addSp delSp modSp new mod">
        <pc:chgData name="Samarpita Jana" userId="646c106d88bcf672" providerId="LiveId" clId="{3C84B437-EFCF-4B0B-AFBA-9D212F726882}" dt="2026-08-26T11:56:56.206" v="3526" actId="313"/>
        <pc:sldMkLst>
          <pc:docMk/>
          <pc:sldMk cId="2670177272" sldId="272"/>
        </pc:sldMkLst>
        <pc:spChg chg="mod">
          <ac:chgData name="Samarpita Jana" userId="646c106d88bcf672" providerId="LiveId" clId="{3C84B437-EFCF-4B0B-AFBA-9D212F726882}" dt="2026-08-26T11:56:56.206" v="3526" actId="313"/>
          <ac:spMkLst>
            <pc:docMk/>
            <pc:sldMk cId="2670177272" sldId="272"/>
            <ac:spMk id="2" creationId="{6E48DB37-C3D9-2E83-0358-FE499397C8E9}"/>
          </ac:spMkLst>
        </pc:spChg>
        <pc:spChg chg="add mod">
          <ac:chgData name="Samarpita Jana" userId="646c106d88bcf672" providerId="LiveId" clId="{3C84B437-EFCF-4B0B-AFBA-9D212F726882}" dt="2026-08-26T06:47:32.602" v="3520" actId="208"/>
          <ac:spMkLst>
            <pc:docMk/>
            <pc:sldMk cId="2670177272" sldId="272"/>
            <ac:spMk id="4" creationId="{4135FA6F-4D1E-6241-553B-5B9562CFCF28}"/>
          </ac:spMkLst>
        </pc:spChg>
      </pc:sldChg>
      <pc:sldChg chg="addSp modSp new mod">
        <pc:chgData name="Samarpita Jana" userId="646c106d88bcf672" providerId="LiveId" clId="{3C84B437-EFCF-4B0B-AFBA-9D212F726882}" dt="2026-08-26T05:57:22.695" v="2279" actId="14100"/>
        <pc:sldMkLst>
          <pc:docMk/>
          <pc:sldMk cId="4154700361" sldId="273"/>
        </pc:sldMkLst>
        <pc:spChg chg="mod">
          <ac:chgData name="Samarpita Jana" userId="646c106d88bcf672" providerId="LiveId" clId="{3C84B437-EFCF-4B0B-AFBA-9D212F726882}" dt="2026-08-26T05:57:11.333" v="2277" actId="27636"/>
          <ac:spMkLst>
            <pc:docMk/>
            <pc:sldMk cId="4154700361" sldId="273"/>
            <ac:spMk id="2" creationId="{8D77922A-0838-D26A-2A58-3EA704EE1A8A}"/>
          </ac:spMkLst>
        </pc:spChg>
        <pc:spChg chg="mod">
          <ac:chgData name="Samarpita Jana" userId="646c106d88bcf672" providerId="LiveId" clId="{3C84B437-EFCF-4B0B-AFBA-9D212F726882}" dt="2026-08-26T05:57:22.695" v="2279" actId="14100"/>
          <ac:spMkLst>
            <pc:docMk/>
            <pc:sldMk cId="4154700361" sldId="273"/>
            <ac:spMk id="3" creationId="{46986622-8451-C95D-6FA0-6D51AE191179}"/>
          </ac:spMkLst>
        </pc:spChg>
        <pc:spChg chg="add mod">
          <ac:chgData name="Samarpita Jana" userId="646c106d88bcf672" providerId="LiveId" clId="{3C84B437-EFCF-4B0B-AFBA-9D212F726882}" dt="2026-08-26T05:56:49.737" v="2270"/>
          <ac:spMkLst>
            <pc:docMk/>
            <pc:sldMk cId="4154700361" sldId="273"/>
            <ac:spMk id="4" creationId="{F56840D8-A23E-B4F9-1A93-D3591929CE20}"/>
          </ac:spMkLst>
        </pc:spChg>
      </pc:sldChg>
      <pc:sldChg chg="addSp modSp new mod">
        <pc:chgData name="Samarpita Jana" userId="646c106d88bcf672" providerId="LiveId" clId="{3C84B437-EFCF-4B0B-AFBA-9D212F726882}" dt="2026-08-26T12:03:53.835" v="3528" actId="313"/>
        <pc:sldMkLst>
          <pc:docMk/>
          <pc:sldMk cId="893457772" sldId="274"/>
        </pc:sldMkLst>
        <pc:spChg chg="mod">
          <ac:chgData name="Samarpita Jana" userId="646c106d88bcf672" providerId="LiveId" clId="{3C84B437-EFCF-4B0B-AFBA-9D212F726882}" dt="2026-08-26T05:58:25.727" v="2316" actId="20577"/>
          <ac:spMkLst>
            <pc:docMk/>
            <pc:sldMk cId="893457772" sldId="274"/>
            <ac:spMk id="2" creationId="{50F87C43-0703-7622-ED50-37388610C4E4}"/>
          </ac:spMkLst>
        </pc:spChg>
        <pc:spChg chg="mod">
          <ac:chgData name="Samarpita Jana" userId="646c106d88bcf672" providerId="LiveId" clId="{3C84B437-EFCF-4B0B-AFBA-9D212F726882}" dt="2026-08-26T12:03:53.835" v="3528" actId="313"/>
          <ac:spMkLst>
            <pc:docMk/>
            <pc:sldMk cId="893457772" sldId="274"/>
            <ac:spMk id="3" creationId="{9F3ED48E-720F-7C2A-FCF4-527CFBC6DE7D}"/>
          </ac:spMkLst>
        </pc:spChg>
        <pc:spChg chg="add mod">
          <ac:chgData name="Samarpita Jana" userId="646c106d88bcf672" providerId="LiveId" clId="{3C84B437-EFCF-4B0B-AFBA-9D212F726882}" dt="2026-08-26T06:10:01.805" v="2630" actId="208"/>
          <ac:spMkLst>
            <pc:docMk/>
            <pc:sldMk cId="893457772" sldId="274"/>
            <ac:spMk id="4" creationId="{C6E95F35-F8F5-3005-41E5-F6BA8A6632D5}"/>
          </ac:spMkLst>
        </pc:spChg>
      </pc:sldChg>
      <pc:sldChg chg="modSp new mod">
        <pc:chgData name="Samarpita Jana" userId="646c106d88bcf672" providerId="LiveId" clId="{3C84B437-EFCF-4B0B-AFBA-9D212F726882}" dt="2026-08-26T06:03:48.658" v="2469" actId="20577"/>
        <pc:sldMkLst>
          <pc:docMk/>
          <pc:sldMk cId="3176869925" sldId="275"/>
        </pc:sldMkLst>
        <pc:spChg chg="mod">
          <ac:chgData name="Samarpita Jana" userId="646c106d88bcf672" providerId="LiveId" clId="{3C84B437-EFCF-4B0B-AFBA-9D212F726882}" dt="2026-08-26T06:01:01.153" v="2386" actId="27636"/>
          <ac:spMkLst>
            <pc:docMk/>
            <pc:sldMk cId="3176869925" sldId="275"/>
            <ac:spMk id="2" creationId="{80C93DAD-C019-305E-94FC-17CBE485581D}"/>
          </ac:spMkLst>
        </pc:spChg>
        <pc:spChg chg="mod">
          <ac:chgData name="Samarpita Jana" userId="646c106d88bcf672" providerId="LiveId" clId="{3C84B437-EFCF-4B0B-AFBA-9D212F726882}" dt="2026-08-26T06:03:48.658" v="2469" actId="20577"/>
          <ac:spMkLst>
            <pc:docMk/>
            <pc:sldMk cId="3176869925" sldId="275"/>
            <ac:spMk id="3" creationId="{B421D6BA-4DB5-4ADF-74BE-14F94EC5CF82}"/>
          </ac:spMkLst>
        </pc:spChg>
      </pc:sldChg>
      <pc:sldChg chg="modSp new mod">
        <pc:chgData name="Samarpita Jana" userId="646c106d88bcf672" providerId="LiveId" clId="{3C84B437-EFCF-4B0B-AFBA-9D212F726882}" dt="2026-08-27T13:13:59.363" v="3545" actId="5793"/>
        <pc:sldMkLst>
          <pc:docMk/>
          <pc:sldMk cId="3841105552" sldId="276"/>
        </pc:sldMkLst>
        <pc:spChg chg="mod">
          <ac:chgData name="Samarpita Jana" userId="646c106d88bcf672" providerId="LiveId" clId="{3C84B437-EFCF-4B0B-AFBA-9D212F726882}" dt="2026-08-26T06:04:57.484" v="2472" actId="14100"/>
          <ac:spMkLst>
            <pc:docMk/>
            <pc:sldMk cId="3841105552" sldId="276"/>
            <ac:spMk id="2" creationId="{5CB2E6C5-A854-AE16-4C7B-EE0F76B4F113}"/>
          </ac:spMkLst>
        </pc:spChg>
        <pc:spChg chg="mod">
          <ac:chgData name="Samarpita Jana" userId="646c106d88bcf672" providerId="LiveId" clId="{3C84B437-EFCF-4B0B-AFBA-9D212F726882}" dt="2026-08-27T13:13:59.363" v="3545" actId="5793"/>
          <ac:spMkLst>
            <pc:docMk/>
            <pc:sldMk cId="3841105552" sldId="276"/>
            <ac:spMk id="3" creationId="{0D84480A-E85E-AFA3-DF3B-5D84CB73732A}"/>
          </ac:spMkLst>
        </pc:spChg>
      </pc:sldChg>
      <pc:sldChg chg="addSp modSp new mod">
        <pc:chgData name="Samarpita Jana" userId="646c106d88bcf672" providerId="LiveId" clId="{3C84B437-EFCF-4B0B-AFBA-9D212F726882}" dt="2026-08-26T09:21:23.398" v="3523" actId="20577"/>
        <pc:sldMkLst>
          <pc:docMk/>
          <pc:sldMk cId="2117767952" sldId="277"/>
        </pc:sldMkLst>
        <pc:spChg chg="mod">
          <ac:chgData name="Samarpita Jana" userId="646c106d88bcf672" providerId="LiveId" clId="{3C84B437-EFCF-4B0B-AFBA-9D212F726882}" dt="2026-08-26T06:10:38.927" v="2632"/>
          <ac:spMkLst>
            <pc:docMk/>
            <pc:sldMk cId="2117767952" sldId="277"/>
            <ac:spMk id="2" creationId="{3602CF9C-CBD6-10F0-39BA-CA2500AFF78B}"/>
          </ac:spMkLst>
        </pc:spChg>
        <pc:spChg chg="mod">
          <ac:chgData name="Samarpita Jana" userId="646c106d88bcf672" providerId="LiveId" clId="{3C84B437-EFCF-4B0B-AFBA-9D212F726882}" dt="2026-08-26T09:21:23.398" v="3523" actId="20577"/>
          <ac:spMkLst>
            <pc:docMk/>
            <pc:sldMk cId="2117767952" sldId="277"/>
            <ac:spMk id="3" creationId="{DCBC587F-26D3-3C0E-C85B-2D08368FD548}"/>
          </ac:spMkLst>
        </pc:spChg>
        <pc:spChg chg="add mod">
          <ac:chgData name="Samarpita Jana" userId="646c106d88bcf672" providerId="LiveId" clId="{3C84B437-EFCF-4B0B-AFBA-9D212F726882}" dt="2026-08-26T06:13:32.462" v="2868" actId="208"/>
          <ac:spMkLst>
            <pc:docMk/>
            <pc:sldMk cId="2117767952" sldId="277"/>
            <ac:spMk id="4" creationId="{409CC2D9-0808-701B-EF3B-2C5EA0EA8A2C}"/>
          </ac:spMkLst>
        </pc:spChg>
        <pc:spChg chg="add mod">
          <ac:chgData name="Samarpita Jana" userId="646c106d88bcf672" providerId="LiveId" clId="{3C84B437-EFCF-4B0B-AFBA-9D212F726882}" dt="2026-08-26T06:15:52.976" v="2921" actId="123"/>
          <ac:spMkLst>
            <pc:docMk/>
            <pc:sldMk cId="2117767952" sldId="277"/>
            <ac:spMk id="7" creationId="{2AE9E1D5-8919-8B0B-F422-AE0114E03E34}"/>
          </ac:spMkLst>
        </pc:spChg>
        <pc:cxnChg chg="add mod">
          <ac:chgData name="Samarpita Jana" userId="646c106d88bcf672" providerId="LiveId" clId="{3C84B437-EFCF-4B0B-AFBA-9D212F726882}" dt="2026-08-26T06:14:05.153" v="2897" actId="1582"/>
          <ac:cxnSpMkLst>
            <pc:docMk/>
            <pc:sldMk cId="2117767952" sldId="277"/>
            <ac:cxnSpMk id="6" creationId="{400EF135-D356-57D8-7004-6F4B6491920F}"/>
          </ac:cxnSpMkLst>
        </pc:cxnChg>
      </pc:sldChg>
      <pc:sldChg chg="addSp modSp new mod">
        <pc:chgData name="Samarpita Jana" userId="646c106d88bcf672" providerId="LiveId" clId="{3C84B437-EFCF-4B0B-AFBA-9D212F726882}" dt="2026-08-26T06:18:51.258" v="2954" actId="207"/>
        <pc:sldMkLst>
          <pc:docMk/>
          <pc:sldMk cId="2561579984" sldId="278"/>
        </pc:sldMkLst>
        <pc:spChg chg="mod">
          <ac:chgData name="Samarpita Jana" userId="646c106d88bcf672" providerId="LiveId" clId="{3C84B437-EFCF-4B0B-AFBA-9D212F726882}" dt="2026-08-26T06:16:26.825" v="2923"/>
          <ac:spMkLst>
            <pc:docMk/>
            <pc:sldMk cId="2561579984" sldId="278"/>
            <ac:spMk id="2" creationId="{89AC772B-90E0-216E-6114-4E7963090CD3}"/>
          </ac:spMkLst>
        </pc:spChg>
        <pc:spChg chg="mod">
          <ac:chgData name="Samarpita Jana" userId="646c106d88bcf672" providerId="LiveId" clId="{3C84B437-EFCF-4B0B-AFBA-9D212F726882}" dt="2026-08-26T06:18:51.258" v="2954" actId="207"/>
          <ac:spMkLst>
            <pc:docMk/>
            <pc:sldMk cId="2561579984" sldId="278"/>
            <ac:spMk id="3" creationId="{B3BFF365-DD24-0ED4-7769-F8F9F2928E55}"/>
          </ac:spMkLst>
        </pc:spChg>
        <pc:spChg chg="add mod">
          <ac:chgData name="Samarpita Jana" userId="646c106d88bcf672" providerId="LiveId" clId="{3C84B437-EFCF-4B0B-AFBA-9D212F726882}" dt="2026-08-26T06:18:41.187" v="2953" actId="14100"/>
          <ac:spMkLst>
            <pc:docMk/>
            <pc:sldMk cId="2561579984" sldId="278"/>
            <ac:spMk id="6" creationId="{0B33CC71-28D5-83D2-2183-B471312DF6B9}"/>
          </ac:spMkLst>
        </pc:spChg>
        <pc:cxnChg chg="add mod">
          <ac:chgData name="Samarpita Jana" userId="646c106d88bcf672" providerId="LiveId" clId="{3C84B437-EFCF-4B0B-AFBA-9D212F726882}" dt="2026-08-26T06:18:09.875" v="2947" actId="1582"/>
          <ac:cxnSpMkLst>
            <pc:docMk/>
            <pc:sldMk cId="2561579984" sldId="278"/>
            <ac:cxnSpMk id="5" creationId="{2E8A9FEB-AE43-C444-B7E5-EC7599E6A726}"/>
          </ac:cxnSpMkLst>
        </pc:cxnChg>
      </pc:sldChg>
      <pc:sldChg chg="addSp modSp new mod">
        <pc:chgData name="Samarpita Jana" userId="646c106d88bcf672" providerId="LiveId" clId="{3C84B437-EFCF-4B0B-AFBA-9D212F726882}" dt="2026-08-26T06:23:09.488" v="2990" actId="14100"/>
        <pc:sldMkLst>
          <pc:docMk/>
          <pc:sldMk cId="3085339652" sldId="279"/>
        </pc:sldMkLst>
        <pc:spChg chg="mod">
          <ac:chgData name="Samarpita Jana" userId="646c106d88bcf672" providerId="LiveId" clId="{3C84B437-EFCF-4B0B-AFBA-9D212F726882}" dt="2026-08-26T06:19:11.732" v="2956"/>
          <ac:spMkLst>
            <pc:docMk/>
            <pc:sldMk cId="3085339652" sldId="279"/>
            <ac:spMk id="2" creationId="{65EF61AC-6B01-FD40-6D19-F6C8B5357B89}"/>
          </ac:spMkLst>
        </pc:spChg>
        <pc:spChg chg="mod">
          <ac:chgData name="Samarpita Jana" userId="646c106d88bcf672" providerId="LiveId" clId="{3C84B437-EFCF-4B0B-AFBA-9D212F726882}" dt="2026-08-26T06:22:27.753" v="2983" actId="20577"/>
          <ac:spMkLst>
            <pc:docMk/>
            <pc:sldMk cId="3085339652" sldId="279"/>
            <ac:spMk id="3" creationId="{68D8DD41-91E9-1CEE-D91A-5DF550AB4B24}"/>
          </ac:spMkLst>
        </pc:spChg>
        <pc:spChg chg="add mod">
          <ac:chgData name="Samarpita Jana" userId="646c106d88bcf672" providerId="LiveId" clId="{3C84B437-EFCF-4B0B-AFBA-9D212F726882}" dt="2026-08-26T06:23:09.488" v="2990" actId="14100"/>
          <ac:spMkLst>
            <pc:docMk/>
            <pc:sldMk cId="3085339652" sldId="279"/>
            <ac:spMk id="6" creationId="{A3C1A02B-8826-233B-3220-E881B2832746}"/>
          </ac:spMkLst>
        </pc:spChg>
        <pc:cxnChg chg="add mod">
          <ac:chgData name="Samarpita Jana" userId="646c106d88bcf672" providerId="LiveId" clId="{3C84B437-EFCF-4B0B-AFBA-9D212F726882}" dt="2026-08-26T06:22:40.625" v="2985" actId="208"/>
          <ac:cxnSpMkLst>
            <pc:docMk/>
            <pc:sldMk cId="3085339652" sldId="279"/>
            <ac:cxnSpMk id="5" creationId="{763861F1-C8BF-36CE-95F6-1C23C52A8DC9}"/>
          </ac:cxnSpMkLst>
        </pc:cxnChg>
      </pc:sldChg>
      <pc:sldChg chg="addSp modSp new mod">
        <pc:chgData name="Samarpita Jana" userId="646c106d88bcf672" providerId="LiveId" clId="{3C84B437-EFCF-4B0B-AFBA-9D212F726882}" dt="2026-08-26T06:33:54.200" v="3258" actId="20577"/>
        <pc:sldMkLst>
          <pc:docMk/>
          <pc:sldMk cId="3061902587" sldId="280"/>
        </pc:sldMkLst>
        <pc:spChg chg="mod">
          <ac:chgData name="Samarpita Jana" userId="646c106d88bcf672" providerId="LiveId" clId="{3C84B437-EFCF-4B0B-AFBA-9D212F726882}" dt="2026-08-26T06:28:48.832" v="2992"/>
          <ac:spMkLst>
            <pc:docMk/>
            <pc:sldMk cId="3061902587" sldId="280"/>
            <ac:spMk id="2" creationId="{477B05BE-0312-5C52-C1E5-C97C7D4D9360}"/>
          </ac:spMkLst>
        </pc:spChg>
        <pc:spChg chg="mod">
          <ac:chgData name="Samarpita Jana" userId="646c106d88bcf672" providerId="LiveId" clId="{3C84B437-EFCF-4B0B-AFBA-9D212F726882}" dt="2026-08-26T06:33:54.200" v="3258" actId="20577"/>
          <ac:spMkLst>
            <pc:docMk/>
            <pc:sldMk cId="3061902587" sldId="280"/>
            <ac:spMk id="3" creationId="{96BA2D64-121A-E1F2-B10A-853D5E9D4682}"/>
          </ac:spMkLst>
        </pc:spChg>
        <pc:cxnChg chg="add mod">
          <ac:chgData name="Samarpita Jana" userId="646c106d88bcf672" providerId="LiveId" clId="{3C84B437-EFCF-4B0B-AFBA-9D212F726882}" dt="2026-08-26T06:32:38.607" v="3247" actId="1076"/>
          <ac:cxnSpMkLst>
            <pc:docMk/>
            <pc:sldMk cId="3061902587" sldId="280"/>
            <ac:cxnSpMk id="5" creationId="{B23245CA-EBCE-3C72-83B4-498B0555A709}"/>
          </ac:cxnSpMkLst>
        </pc:cxnChg>
      </pc:sldChg>
      <pc:sldChg chg="modSp new mod">
        <pc:chgData name="Samarpita Jana" userId="646c106d88bcf672" providerId="LiveId" clId="{3C84B437-EFCF-4B0B-AFBA-9D212F726882}" dt="2026-08-26T06:45:54.959" v="3514" actId="207"/>
        <pc:sldMkLst>
          <pc:docMk/>
          <pc:sldMk cId="817432642" sldId="281"/>
        </pc:sldMkLst>
        <pc:spChg chg="mod">
          <ac:chgData name="Samarpita Jana" userId="646c106d88bcf672" providerId="LiveId" clId="{3C84B437-EFCF-4B0B-AFBA-9D212F726882}" dt="2026-08-26T06:35:00.555" v="3260"/>
          <ac:spMkLst>
            <pc:docMk/>
            <pc:sldMk cId="817432642" sldId="281"/>
            <ac:spMk id="2" creationId="{D9201AB0-9722-D191-8984-F8B65C00DF4B}"/>
          </ac:spMkLst>
        </pc:spChg>
        <pc:spChg chg="mod">
          <ac:chgData name="Samarpita Jana" userId="646c106d88bcf672" providerId="LiveId" clId="{3C84B437-EFCF-4B0B-AFBA-9D212F726882}" dt="2026-08-26T06:45:54.959" v="3514" actId="207"/>
          <ac:spMkLst>
            <pc:docMk/>
            <pc:sldMk cId="817432642" sldId="281"/>
            <ac:spMk id="3" creationId="{D41ACC2A-88B5-DDE1-F69F-AA766688FA5B}"/>
          </ac:spMkLst>
        </pc:spChg>
      </pc:sldChg>
      <pc:sldChg chg="modSp new mod">
        <pc:chgData name="Samarpita Jana" userId="646c106d88bcf672" providerId="LiveId" clId="{3C84B437-EFCF-4B0B-AFBA-9D212F726882}" dt="2026-08-28T05:01:13.400" v="3602" actId="113"/>
        <pc:sldMkLst>
          <pc:docMk/>
          <pc:sldMk cId="2270166987" sldId="282"/>
        </pc:sldMkLst>
        <pc:spChg chg="mod">
          <ac:chgData name="Samarpita Jana" userId="646c106d88bcf672" providerId="LiveId" clId="{3C84B437-EFCF-4B0B-AFBA-9D212F726882}" dt="2026-08-27T12:58:09.043" v="3542" actId="113"/>
          <ac:spMkLst>
            <pc:docMk/>
            <pc:sldMk cId="2270166987" sldId="282"/>
            <ac:spMk id="2" creationId="{D81C13BA-DA4C-D387-5E8E-694F1280DE53}"/>
          </ac:spMkLst>
        </pc:spChg>
        <pc:spChg chg="mod">
          <ac:chgData name="Samarpita Jana" userId="646c106d88bcf672" providerId="LiveId" clId="{3C84B437-EFCF-4B0B-AFBA-9D212F726882}" dt="2026-08-28T05:01:13.400" v="3602" actId="113"/>
          <ac:spMkLst>
            <pc:docMk/>
            <pc:sldMk cId="2270166987" sldId="282"/>
            <ac:spMk id="3" creationId="{3052DA0A-A484-A8B9-1C4B-39A970E84953}"/>
          </ac:spMkLst>
        </pc:spChg>
      </pc:sldChg>
      <pc:sldChg chg="modSp new mod">
        <pc:chgData name="Samarpita Jana" userId="646c106d88bcf672" providerId="LiveId" clId="{3C84B437-EFCF-4B0B-AFBA-9D212F726882}" dt="2026-08-28T05:06:45.853" v="3684" actId="27636"/>
        <pc:sldMkLst>
          <pc:docMk/>
          <pc:sldMk cId="1700598239" sldId="283"/>
        </pc:sldMkLst>
        <pc:spChg chg="mod">
          <ac:chgData name="Samarpita Jana" userId="646c106d88bcf672" providerId="LiveId" clId="{3C84B437-EFCF-4B0B-AFBA-9D212F726882}" dt="2026-08-28T05:03:10.028" v="3633" actId="14100"/>
          <ac:spMkLst>
            <pc:docMk/>
            <pc:sldMk cId="1700598239" sldId="283"/>
            <ac:spMk id="2" creationId="{04B5A09E-54E2-20BD-D679-DB1A1804A2CF}"/>
          </ac:spMkLst>
        </pc:spChg>
        <pc:spChg chg="mod">
          <ac:chgData name="Samarpita Jana" userId="646c106d88bcf672" providerId="LiveId" clId="{3C84B437-EFCF-4B0B-AFBA-9D212F726882}" dt="2026-08-28T05:06:45.853" v="3684" actId="27636"/>
          <ac:spMkLst>
            <pc:docMk/>
            <pc:sldMk cId="1700598239" sldId="283"/>
            <ac:spMk id="3" creationId="{8E6F2C8B-9644-6D77-EE55-3F38843C413A}"/>
          </ac:spMkLst>
        </pc:spChg>
      </pc:sldChg>
      <pc:sldChg chg="modSp new mod">
        <pc:chgData name="Samarpita Jana" userId="646c106d88bcf672" providerId="LiveId" clId="{3C84B437-EFCF-4B0B-AFBA-9D212F726882}" dt="2026-08-28T07:20:58.697" v="3724"/>
        <pc:sldMkLst>
          <pc:docMk/>
          <pc:sldMk cId="3989237637" sldId="284"/>
        </pc:sldMkLst>
        <pc:spChg chg="mod">
          <ac:chgData name="Samarpita Jana" userId="646c106d88bcf672" providerId="LiveId" clId="{3C84B437-EFCF-4B0B-AFBA-9D212F726882}" dt="2026-08-28T07:13:36.184" v="3688" actId="27636"/>
          <ac:spMkLst>
            <pc:docMk/>
            <pc:sldMk cId="3989237637" sldId="284"/>
            <ac:spMk id="2" creationId="{D0DC38A0-8840-A180-F74B-19078968B9B7}"/>
          </ac:spMkLst>
        </pc:spChg>
        <pc:spChg chg="mod">
          <ac:chgData name="Samarpita Jana" userId="646c106d88bcf672" providerId="LiveId" clId="{3C84B437-EFCF-4B0B-AFBA-9D212F726882}" dt="2026-08-28T07:20:58.697" v="3724"/>
          <ac:spMkLst>
            <pc:docMk/>
            <pc:sldMk cId="3989237637" sldId="284"/>
            <ac:spMk id="3" creationId="{B0741586-2C9E-2CB9-57A0-C78A32FAEEB8}"/>
          </ac:spMkLst>
        </pc:spChg>
      </pc:sldChg>
      <pc:sldChg chg="addSp delSp modSp new mod">
        <pc:chgData name="Samarpita Jana" userId="646c106d88bcf672" providerId="LiveId" clId="{3C84B437-EFCF-4B0B-AFBA-9D212F726882}" dt="2026-08-28T07:25:25.357" v="3739" actId="20577"/>
        <pc:sldMkLst>
          <pc:docMk/>
          <pc:sldMk cId="644873250" sldId="285"/>
        </pc:sldMkLst>
        <pc:spChg chg="mod">
          <ac:chgData name="Samarpita Jana" userId="646c106d88bcf672" providerId="LiveId" clId="{3C84B437-EFCF-4B0B-AFBA-9D212F726882}" dt="2026-08-28T07:23:00.318" v="3727" actId="14100"/>
          <ac:spMkLst>
            <pc:docMk/>
            <pc:sldMk cId="644873250" sldId="285"/>
            <ac:spMk id="2" creationId="{1E6C2480-A47A-0815-D1E1-10480AD3535A}"/>
          </ac:spMkLst>
        </pc:spChg>
        <pc:spChg chg="add del mod">
          <ac:chgData name="Samarpita Jana" userId="646c106d88bcf672" providerId="LiveId" clId="{3C84B437-EFCF-4B0B-AFBA-9D212F726882}" dt="2026-08-28T07:25:25.357" v="3739" actId="20577"/>
          <ac:spMkLst>
            <pc:docMk/>
            <pc:sldMk cId="644873250" sldId="285"/>
            <ac:spMk id="3" creationId="{633113AE-8C66-08FA-70D6-C8AE9C7039EC}"/>
          </ac:spMkLst>
        </pc:spChg>
        <pc:spChg chg="add">
          <ac:chgData name="Samarpita Jana" userId="646c106d88bcf672" providerId="LiveId" clId="{3C84B437-EFCF-4B0B-AFBA-9D212F726882}" dt="2026-08-28T07:19:18.988" v="3707"/>
          <ac:spMkLst>
            <pc:docMk/>
            <pc:sldMk cId="644873250" sldId="285"/>
            <ac:spMk id="10" creationId="{62C39EE2-BDD2-DA4D-1F5B-91803C19FA0D}"/>
          </ac:spMkLst>
        </pc:spChg>
        <pc:graphicFrameChg chg="add mod">
          <ac:chgData name="Samarpita Jana" userId="646c106d88bcf672" providerId="LiveId" clId="{3C84B437-EFCF-4B0B-AFBA-9D212F726882}" dt="2026-08-28T07:19:24.522" v="3708"/>
          <ac:graphicFrameMkLst>
            <pc:docMk/>
            <pc:sldMk cId="644873250" sldId="285"/>
            <ac:graphicFrameMk id="4" creationId="{0DF9BC1B-A57C-C626-AF7B-2B1D3AD4EC92}"/>
          </ac:graphicFrameMkLst>
        </pc:graphicFrameChg>
        <pc:graphicFrameChg chg="add del mod modGraphic">
          <ac:chgData name="Samarpita Jana" userId="646c106d88bcf672" providerId="LiveId" clId="{3C84B437-EFCF-4B0B-AFBA-9D212F726882}" dt="2026-08-28T07:19:40.407" v="3711" actId="21"/>
          <ac:graphicFrameMkLst>
            <pc:docMk/>
            <pc:sldMk cId="644873250" sldId="285"/>
            <ac:graphicFrameMk id="5" creationId="{A2424576-4A0A-2FDC-AFC3-1B500F096A9E}"/>
          </ac:graphicFrameMkLst>
        </pc:graphicFrameChg>
        <pc:graphicFrameChg chg="add mod">
          <ac:chgData name="Samarpita Jana" userId="646c106d88bcf672" providerId="LiveId" clId="{3C84B437-EFCF-4B0B-AFBA-9D212F726882}" dt="2026-08-28T07:19:18.988" v="3707"/>
          <ac:graphicFrameMkLst>
            <pc:docMk/>
            <pc:sldMk cId="644873250" sldId="285"/>
            <ac:graphicFrameMk id="6" creationId="{6641F33B-3283-212D-20FA-904CD8F079A9}"/>
          </ac:graphicFrameMkLst>
        </pc:graphicFrameChg>
        <pc:graphicFrameChg chg="add mod">
          <ac:chgData name="Samarpita Jana" userId="646c106d88bcf672" providerId="LiveId" clId="{3C84B437-EFCF-4B0B-AFBA-9D212F726882}" dt="2026-08-28T07:19:18.988" v="3707"/>
          <ac:graphicFrameMkLst>
            <pc:docMk/>
            <pc:sldMk cId="644873250" sldId="285"/>
            <ac:graphicFrameMk id="7" creationId="{7D8A5E73-AEA0-8DD7-78C0-E67D569D73FC}"/>
          </ac:graphicFrameMkLst>
        </pc:graphicFrameChg>
        <pc:graphicFrameChg chg="add mod">
          <ac:chgData name="Samarpita Jana" userId="646c106d88bcf672" providerId="LiveId" clId="{3C84B437-EFCF-4B0B-AFBA-9D212F726882}" dt="2026-08-28T07:19:18.988" v="3707"/>
          <ac:graphicFrameMkLst>
            <pc:docMk/>
            <pc:sldMk cId="644873250" sldId="285"/>
            <ac:graphicFrameMk id="8" creationId="{A7039B03-7134-0E64-9BF2-D2B3926E6A63}"/>
          </ac:graphicFrameMkLst>
        </pc:graphicFrameChg>
      </pc:sldChg>
      <pc:sldChg chg="addSp modSp new mod">
        <pc:chgData name="Samarpita Jana" userId="646c106d88bcf672" providerId="LiveId" clId="{3C84B437-EFCF-4B0B-AFBA-9D212F726882}" dt="2026-08-29T06:22:52.574" v="5825" actId="14100"/>
        <pc:sldMkLst>
          <pc:docMk/>
          <pc:sldMk cId="1728964477" sldId="286"/>
        </pc:sldMkLst>
        <pc:spChg chg="mod">
          <ac:chgData name="Samarpita Jana" userId="646c106d88bcf672" providerId="LiveId" clId="{3C84B437-EFCF-4B0B-AFBA-9D212F726882}" dt="2026-08-28T07:27:05.907" v="3743" actId="14100"/>
          <ac:spMkLst>
            <pc:docMk/>
            <pc:sldMk cId="1728964477" sldId="286"/>
            <ac:spMk id="2" creationId="{3BE78EF5-E268-8136-245D-33F275C471B8}"/>
          </ac:spMkLst>
        </pc:spChg>
        <pc:spChg chg="mod">
          <ac:chgData name="Samarpita Jana" userId="646c106d88bcf672" providerId="LiveId" clId="{3C84B437-EFCF-4B0B-AFBA-9D212F726882}" dt="2026-08-28T07:29:43.325" v="3778" actId="14100"/>
          <ac:spMkLst>
            <pc:docMk/>
            <pc:sldMk cId="1728964477" sldId="286"/>
            <ac:spMk id="3" creationId="{9A0C26AA-E417-51DE-8705-9B246E968665}"/>
          </ac:spMkLst>
        </pc:spChg>
        <pc:spChg chg="add mod">
          <ac:chgData name="Samarpita Jana" userId="646c106d88bcf672" providerId="LiveId" clId="{3C84B437-EFCF-4B0B-AFBA-9D212F726882}" dt="2026-08-28T07:29:25.991" v="3776" actId="1076"/>
          <ac:spMkLst>
            <pc:docMk/>
            <pc:sldMk cId="1728964477" sldId="286"/>
            <ac:spMk id="6" creationId="{DFC5AAA3-A6CB-7761-6162-945D290E342C}"/>
          </ac:spMkLst>
        </pc:spChg>
        <pc:graphicFrameChg chg="add mod modGraphic">
          <ac:chgData name="Samarpita Jana" userId="646c106d88bcf672" providerId="LiveId" clId="{3C84B437-EFCF-4B0B-AFBA-9D212F726882}" dt="2026-08-29T06:22:52.574" v="5825" actId="14100"/>
          <ac:graphicFrameMkLst>
            <pc:docMk/>
            <pc:sldMk cId="1728964477" sldId="286"/>
            <ac:graphicFrameMk id="4" creationId="{F84F3CEA-8647-5E61-C9AF-5B37C6A0308A}"/>
          </ac:graphicFrameMkLst>
        </pc:graphicFrameChg>
      </pc:sldChg>
      <pc:sldChg chg="addSp modSp new mod">
        <pc:chgData name="Samarpita Jana" userId="646c106d88bcf672" providerId="LiveId" clId="{3C84B437-EFCF-4B0B-AFBA-9D212F726882}" dt="2026-08-28T08:31:29.951" v="3813" actId="14100"/>
        <pc:sldMkLst>
          <pc:docMk/>
          <pc:sldMk cId="2331658917" sldId="287"/>
        </pc:sldMkLst>
        <pc:spChg chg="mod">
          <ac:chgData name="Samarpita Jana" userId="646c106d88bcf672" providerId="LiveId" clId="{3C84B437-EFCF-4B0B-AFBA-9D212F726882}" dt="2026-08-28T08:25:29.907" v="3795" actId="21"/>
          <ac:spMkLst>
            <pc:docMk/>
            <pc:sldMk cId="2331658917" sldId="287"/>
            <ac:spMk id="2" creationId="{0C9C436F-5EC0-46E5-FB42-172DD47A01AE}"/>
          </ac:spMkLst>
        </pc:spChg>
        <pc:spChg chg="mod">
          <ac:chgData name="Samarpita Jana" userId="646c106d88bcf672" providerId="LiveId" clId="{3C84B437-EFCF-4B0B-AFBA-9D212F726882}" dt="2026-08-28T08:29:29.986" v="3805"/>
          <ac:spMkLst>
            <pc:docMk/>
            <pc:sldMk cId="2331658917" sldId="287"/>
            <ac:spMk id="3" creationId="{058E8962-17B3-441D-B0D4-7EF53E0BABC6}"/>
          </ac:spMkLst>
        </pc:spChg>
        <pc:graphicFrameChg chg="add mod modGraphic">
          <ac:chgData name="Samarpita Jana" userId="646c106d88bcf672" providerId="LiveId" clId="{3C84B437-EFCF-4B0B-AFBA-9D212F726882}" dt="2026-08-28T08:31:29.951" v="3813" actId="14100"/>
          <ac:graphicFrameMkLst>
            <pc:docMk/>
            <pc:sldMk cId="2331658917" sldId="287"/>
            <ac:graphicFrameMk id="4" creationId="{FDF60E15-279D-A6B9-2578-FEA1420AEEB3}"/>
          </ac:graphicFrameMkLst>
        </pc:graphicFrameChg>
      </pc:sldChg>
      <pc:sldChg chg="modSp new mod">
        <pc:chgData name="Samarpita Jana" userId="646c106d88bcf672" providerId="LiveId" clId="{3C84B437-EFCF-4B0B-AFBA-9D212F726882}" dt="2026-08-28T19:13:41.288" v="3834" actId="255"/>
        <pc:sldMkLst>
          <pc:docMk/>
          <pc:sldMk cId="96486458" sldId="288"/>
        </pc:sldMkLst>
        <pc:spChg chg="mod">
          <ac:chgData name="Samarpita Jana" userId="646c106d88bcf672" providerId="LiveId" clId="{3C84B437-EFCF-4B0B-AFBA-9D212F726882}" dt="2026-08-28T19:11:07.143" v="3822" actId="20577"/>
          <ac:spMkLst>
            <pc:docMk/>
            <pc:sldMk cId="96486458" sldId="288"/>
            <ac:spMk id="2" creationId="{1CA1B6F0-9E1A-403E-F41C-B673A81FB24D}"/>
          </ac:spMkLst>
        </pc:spChg>
        <pc:spChg chg="mod">
          <ac:chgData name="Samarpita Jana" userId="646c106d88bcf672" providerId="LiveId" clId="{3C84B437-EFCF-4B0B-AFBA-9D212F726882}" dt="2026-08-28T19:13:41.288" v="3834" actId="255"/>
          <ac:spMkLst>
            <pc:docMk/>
            <pc:sldMk cId="96486458" sldId="288"/>
            <ac:spMk id="3" creationId="{D18A728B-243A-8BEE-02E6-94FDCAC6D1E0}"/>
          </ac:spMkLst>
        </pc:spChg>
      </pc:sldChg>
      <pc:sldChg chg="modSp new mod ord">
        <pc:chgData name="Samarpita Jana" userId="646c106d88bcf672" providerId="LiveId" clId="{3C84B437-EFCF-4B0B-AFBA-9D212F726882}" dt="2026-08-29T04:58:47.521" v="5819"/>
        <pc:sldMkLst>
          <pc:docMk/>
          <pc:sldMk cId="491241692" sldId="289"/>
        </pc:sldMkLst>
        <pc:spChg chg="mod">
          <ac:chgData name="Samarpita Jana" userId="646c106d88bcf672" providerId="LiveId" clId="{3C84B437-EFCF-4B0B-AFBA-9D212F726882}" dt="2026-08-28T19:14:28.401" v="3837" actId="14100"/>
          <ac:spMkLst>
            <pc:docMk/>
            <pc:sldMk cId="491241692" sldId="289"/>
            <ac:spMk id="2" creationId="{CFF4FE7E-6E45-8518-8225-BC91A9903E9E}"/>
          </ac:spMkLst>
        </pc:spChg>
        <pc:spChg chg="mod">
          <ac:chgData name="Samarpita Jana" userId="646c106d88bcf672" providerId="LiveId" clId="{3C84B437-EFCF-4B0B-AFBA-9D212F726882}" dt="2026-08-28T19:19:11.386" v="3916"/>
          <ac:spMkLst>
            <pc:docMk/>
            <pc:sldMk cId="491241692" sldId="289"/>
            <ac:spMk id="3" creationId="{A9450DAA-8C6F-4A87-2322-3BB2BAC6630E}"/>
          </ac:spMkLst>
        </pc:spChg>
      </pc:sldChg>
      <pc:sldChg chg="modSp new mod">
        <pc:chgData name="Samarpita Jana" userId="646c106d88bcf672" providerId="LiveId" clId="{3C84B437-EFCF-4B0B-AFBA-9D212F726882}" dt="2026-08-28T19:47:17.868" v="4410" actId="27636"/>
        <pc:sldMkLst>
          <pc:docMk/>
          <pc:sldMk cId="1036232260" sldId="290"/>
        </pc:sldMkLst>
        <pc:spChg chg="mod">
          <ac:chgData name="Samarpita Jana" userId="646c106d88bcf672" providerId="LiveId" clId="{3C84B437-EFCF-4B0B-AFBA-9D212F726882}" dt="2026-08-28T19:19:41.652" v="3927" actId="27636"/>
          <ac:spMkLst>
            <pc:docMk/>
            <pc:sldMk cId="1036232260" sldId="290"/>
            <ac:spMk id="2" creationId="{23116524-FFFD-A513-90C7-D5486EBE7D9B}"/>
          </ac:spMkLst>
        </pc:spChg>
        <pc:spChg chg="mod">
          <ac:chgData name="Samarpita Jana" userId="646c106d88bcf672" providerId="LiveId" clId="{3C84B437-EFCF-4B0B-AFBA-9D212F726882}" dt="2026-08-28T19:47:17.868" v="4410" actId="27636"/>
          <ac:spMkLst>
            <pc:docMk/>
            <pc:sldMk cId="1036232260" sldId="290"/>
            <ac:spMk id="3" creationId="{17450416-5083-36BB-26D2-270E5F8F1C8B}"/>
          </ac:spMkLst>
        </pc:spChg>
      </pc:sldChg>
      <pc:sldChg chg="addSp modSp new mod">
        <pc:chgData name="Samarpita Jana" userId="646c106d88bcf672" providerId="LiveId" clId="{3C84B437-EFCF-4B0B-AFBA-9D212F726882}" dt="2026-08-28T19:33:27.894" v="4075" actId="1076"/>
        <pc:sldMkLst>
          <pc:docMk/>
          <pc:sldMk cId="2707537864" sldId="291"/>
        </pc:sldMkLst>
        <pc:spChg chg="mod">
          <ac:chgData name="Samarpita Jana" userId="646c106d88bcf672" providerId="LiveId" clId="{3C84B437-EFCF-4B0B-AFBA-9D212F726882}" dt="2026-08-28T19:30:56.999" v="4044" actId="14100"/>
          <ac:spMkLst>
            <pc:docMk/>
            <pc:sldMk cId="2707537864" sldId="291"/>
            <ac:spMk id="2" creationId="{6EAB73A6-4DE1-51BA-734C-A3608BD0AB25}"/>
          </ac:spMkLst>
        </pc:spChg>
        <pc:spChg chg="mod">
          <ac:chgData name="Samarpita Jana" userId="646c106d88bcf672" providerId="LiveId" clId="{3C84B437-EFCF-4B0B-AFBA-9D212F726882}" dt="2026-08-28T19:32:34.398" v="4073" actId="20577"/>
          <ac:spMkLst>
            <pc:docMk/>
            <pc:sldMk cId="2707537864" sldId="291"/>
            <ac:spMk id="3" creationId="{2498F9D9-168B-2054-C060-1CF830A17C8A}"/>
          </ac:spMkLst>
        </pc:spChg>
        <pc:graphicFrameChg chg="add mod">
          <ac:chgData name="Samarpita Jana" userId="646c106d88bcf672" providerId="LiveId" clId="{3C84B437-EFCF-4B0B-AFBA-9D212F726882}" dt="2026-08-28T19:32:05.880" v="4065" actId="1076"/>
          <ac:graphicFrameMkLst>
            <pc:docMk/>
            <pc:sldMk cId="2707537864" sldId="291"/>
            <ac:graphicFrameMk id="4" creationId="{B2498538-82D4-FC84-CB5A-B60AC36FB270}"/>
          </ac:graphicFrameMkLst>
        </pc:graphicFrameChg>
        <pc:graphicFrameChg chg="add mod">
          <ac:chgData name="Samarpita Jana" userId="646c106d88bcf672" providerId="LiveId" clId="{3C84B437-EFCF-4B0B-AFBA-9D212F726882}" dt="2026-08-28T19:33:27.894" v="4075" actId="1076"/>
          <ac:graphicFrameMkLst>
            <pc:docMk/>
            <pc:sldMk cId="2707537864" sldId="291"/>
            <ac:graphicFrameMk id="5" creationId="{C7BFEBFC-CC46-22C3-48C1-9BAD6A75856E}"/>
          </ac:graphicFrameMkLst>
        </pc:graphicFrameChg>
      </pc:sldChg>
      <pc:sldChg chg="modSp new mod">
        <pc:chgData name="Samarpita Jana" userId="646c106d88bcf672" providerId="LiveId" clId="{3C84B437-EFCF-4B0B-AFBA-9D212F726882}" dt="2026-08-28T19:46:38.644" v="4408"/>
        <pc:sldMkLst>
          <pc:docMk/>
          <pc:sldMk cId="2698705170" sldId="292"/>
        </pc:sldMkLst>
        <pc:spChg chg="mod">
          <ac:chgData name="Samarpita Jana" userId="646c106d88bcf672" providerId="LiveId" clId="{3C84B437-EFCF-4B0B-AFBA-9D212F726882}" dt="2026-08-28T19:33:47.769" v="4079" actId="27636"/>
          <ac:spMkLst>
            <pc:docMk/>
            <pc:sldMk cId="2698705170" sldId="292"/>
            <ac:spMk id="2" creationId="{DDA532FD-CF0F-D912-F2A7-673838597C12}"/>
          </ac:spMkLst>
        </pc:spChg>
        <pc:spChg chg="mod">
          <ac:chgData name="Samarpita Jana" userId="646c106d88bcf672" providerId="LiveId" clId="{3C84B437-EFCF-4B0B-AFBA-9D212F726882}" dt="2026-08-28T19:46:38.644" v="4408"/>
          <ac:spMkLst>
            <pc:docMk/>
            <pc:sldMk cId="2698705170" sldId="292"/>
            <ac:spMk id="3" creationId="{AB511E2F-0BC6-9C6B-C812-204A7EE95355}"/>
          </ac:spMkLst>
        </pc:spChg>
      </pc:sldChg>
      <pc:sldChg chg="modSp new mod">
        <pc:chgData name="Samarpita Jana" userId="646c106d88bcf672" providerId="LiveId" clId="{3C84B437-EFCF-4B0B-AFBA-9D212F726882}" dt="2026-08-28T19:53:15.652" v="4541" actId="20577"/>
        <pc:sldMkLst>
          <pc:docMk/>
          <pc:sldMk cId="2448166170" sldId="293"/>
        </pc:sldMkLst>
        <pc:spChg chg="mod">
          <ac:chgData name="Samarpita Jana" userId="646c106d88bcf672" providerId="LiveId" clId="{3C84B437-EFCF-4B0B-AFBA-9D212F726882}" dt="2026-08-28T19:48:45.709" v="4412"/>
          <ac:spMkLst>
            <pc:docMk/>
            <pc:sldMk cId="2448166170" sldId="293"/>
            <ac:spMk id="2" creationId="{B8BFA270-9BC0-BF42-80AF-ED8E4BF50EFF}"/>
          </ac:spMkLst>
        </pc:spChg>
        <pc:spChg chg="mod">
          <ac:chgData name="Samarpita Jana" userId="646c106d88bcf672" providerId="LiveId" clId="{3C84B437-EFCF-4B0B-AFBA-9D212F726882}" dt="2026-08-28T19:53:15.652" v="4541" actId="20577"/>
          <ac:spMkLst>
            <pc:docMk/>
            <pc:sldMk cId="2448166170" sldId="293"/>
            <ac:spMk id="3" creationId="{4BCDABC0-C45F-6E32-B86F-1C289591BA4A}"/>
          </ac:spMkLst>
        </pc:spChg>
      </pc:sldChg>
      <pc:sldChg chg="modSp new mod">
        <pc:chgData name="Samarpita Jana" userId="646c106d88bcf672" providerId="LiveId" clId="{3C84B437-EFCF-4B0B-AFBA-9D212F726882}" dt="2026-08-28T19:59:52.056" v="4679" actId="27636"/>
        <pc:sldMkLst>
          <pc:docMk/>
          <pc:sldMk cId="417728182" sldId="294"/>
        </pc:sldMkLst>
        <pc:spChg chg="mod">
          <ac:chgData name="Samarpita Jana" userId="646c106d88bcf672" providerId="LiveId" clId="{3C84B437-EFCF-4B0B-AFBA-9D212F726882}" dt="2026-08-28T19:54:06.021" v="4545" actId="14100"/>
          <ac:spMkLst>
            <pc:docMk/>
            <pc:sldMk cId="417728182" sldId="294"/>
            <ac:spMk id="2" creationId="{434CD671-2282-6691-F8D3-9F8AE278109E}"/>
          </ac:spMkLst>
        </pc:spChg>
        <pc:spChg chg="mod">
          <ac:chgData name="Samarpita Jana" userId="646c106d88bcf672" providerId="LiveId" clId="{3C84B437-EFCF-4B0B-AFBA-9D212F726882}" dt="2026-08-28T19:59:52.056" v="4679" actId="27636"/>
          <ac:spMkLst>
            <pc:docMk/>
            <pc:sldMk cId="417728182" sldId="294"/>
            <ac:spMk id="3" creationId="{9A1E3B02-ECCF-D12F-5702-1D6431799731}"/>
          </ac:spMkLst>
        </pc:spChg>
      </pc:sldChg>
      <pc:sldChg chg="addSp delSp modSp new mod">
        <pc:chgData name="Samarpita Jana" userId="646c106d88bcf672" providerId="LiveId" clId="{3C84B437-EFCF-4B0B-AFBA-9D212F726882}" dt="2026-08-28T23:28:10.291" v="5773" actId="20577"/>
        <pc:sldMkLst>
          <pc:docMk/>
          <pc:sldMk cId="4283434320" sldId="295"/>
        </pc:sldMkLst>
        <pc:spChg chg="mod">
          <ac:chgData name="Samarpita Jana" userId="646c106d88bcf672" providerId="LiveId" clId="{3C84B437-EFCF-4B0B-AFBA-9D212F726882}" dt="2026-08-28T20:01:58.267" v="4682" actId="14100"/>
          <ac:spMkLst>
            <pc:docMk/>
            <pc:sldMk cId="4283434320" sldId="295"/>
            <ac:spMk id="2" creationId="{402EAC74-F08C-8773-BC51-07AA785D8397}"/>
          </ac:spMkLst>
        </pc:spChg>
        <pc:spChg chg="mod">
          <ac:chgData name="Samarpita Jana" userId="646c106d88bcf672" providerId="LiveId" clId="{3C84B437-EFCF-4B0B-AFBA-9D212F726882}" dt="2026-08-28T23:28:10.291" v="5773" actId="20577"/>
          <ac:spMkLst>
            <pc:docMk/>
            <pc:sldMk cId="4283434320" sldId="295"/>
            <ac:spMk id="3" creationId="{0C5BA7C8-AB12-5962-32E3-E380B566A7BA}"/>
          </ac:spMkLst>
        </pc:spChg>
        <pc:spChg chg="add mod">
          <ac:chgData name="Samarpita Jana" userId="646c106d88bcf672" providerId="LiveId" clId="{3C84B437-EFCF-4B0B-AFBA-9D212F726882}" dt="2026-08-28T20:53:25.157" v="5235" actId="767"/>
          <ac:spMkLst>
            <pc:docMk/>
            <pc:sldMk cId="4283434320" sldId="295"/>
            <ac:spMk id="5" creationId="{5823FDEE-A5AF-92A4-4232-4F688196FBC8}"/>
          </ac:spMkLst>
        </pc:spChg>
        <pc:spChg chg="add mod">
          <ac:chgData name="Samarpita Jana" userId="646c106d88bcf672" providerId="LiveId" clId="{3C84B437-EFCF-4B0B-AFBA-9D212F726882}" dt="2026-08-28T20:53:31.147" v="5236" actId="767"/>
          <ac:spMkLst>
            <pc:docMk/>
            <pc:sldMk cId="4283434320" sldId="295"/>
            <ac:spMk id="6" creationId="{79B41EE2-398B-4586-8E63-C8613D4760B1}"/>
          </ac:spMkLst>
        </pc:spChg>
        <pc:graphicFrameChg chg="add mod modGraphic">
          <ac:chgData name="Samarpita Jana" userId="646c106d88bcf672" providerId="LiveId" clId="{3C84B437-EFCF-4B0B-AFBA-9D212F726882}" dt="2026-08-28T20:54:30.106" v="5262" actId="1076"/>
          <ac:graphicFrameMkLst>
            <pc:docMk/>
            <pc:sldMk cId="4283434320" sldId="295"/>
            <ac:graphicFrameMk id="4" creationId="{B7CC14E3-BF83-BB97-0913-9866C9F78C53}"/>
          </ac:graphicFrameMkLst>
        </pc:graphicFrameChg>
        <pc:graphicFrameChg chg="add mod modGraphic">
          <ac:chgData name="Samarpita Jana" userId="646c106d88bcf672" providerId="LiveId" clId="{3C84B437-EFCF-4B0B-AFBA-9D212F726882}" dt="2026-08-28T23:18:47.408" v="5277" actId="14734"/>
          <ac:graphicFrameMkLst>
            <pc:docMk/>
            <pc:sldMk cId="4283434320" sldId="295"/>
            <ac:graphicFrameMk id="7" creationId="{CC23BED6-6A1C-9B90-E4FA-BE9427A75058}"/>
          </ac:graphicFrameMkLst>
        </pc:graphicFrameChg>
        <pc:graphicFrameChg chg="add mod modGraphic">
          <ac:chgData name="Samarpita Jana" userId="646c106d88bcf672" providerId="LiveId" clId="{3C84B437-EFCF-4B0B-AFBA-9D212F726882}" dt="2026-08-28T23:19:43.742" v="5285" actId="14100"/>
          <ac:graphicFrameMkLst>
            <pc:docMk/>
            <pc:sldMk cId="4283434320" sldId="295"/>
            <ac:graphicFrameMk id="11" creationId="{509D5C83-FD74-7C7B-89D7-19929E818814}"/>
          </ac:graphicFrameMkLst>
        </pc:graphicFrameChg>
        <pc:graphicFrameChg chg="add mod modGraphic">
          <ac:chgData name="Samarpita Jana" userId="646c106d88bcf672" providerId="LiveId" clId="{3C84B437-EFCF-4B0B-AFBA-9D212F726882}" dt="2026-08-28T23:22:27.943" v="5425" actId="1076"/>
          <ac:graphicFrameMkLst>
            <pc:docMk/>
            <pc:sldMk cId="4283434320" sldId="295"/>
            <ac:graphicFrameMk id="16" creationId="{8C1B810B-488E-3513-474E-E256F91157E2}"/>
          </ac:graphicFrameMkLst>
        </pc:graphicFrameChg>
        <pc:picChg chg="add mod">
          <ac:chgData name="Samarpita Jana" userId="646c106d88bcf672" providerId="LiveId" clId="{3C84B437-EFCF-4B0B-AFBA-9D212F726882}" dt="2026-08-28T23:25:28.107" v="5665" actId="1076"/>
          <ac:picMkLst>
            <pc:docMk/>
            <pc:sldMk cId="4283434320" sldId="295"/>
            <ac:picMk id="22" creationId="{CD1A9E45-C3A1-0FBB-BAA4-959E8D026BD3}"/>
          </ac:picMkLst>
        </pc:picChg>
        <pc:inkChg chg="add">
          <ac:chgData name="Samarpita Jana" userId="646c106d88bcf672" providerId="LiveId" clId="{3C84B437-EFCF-4B0B-AFBA-9D212F726882}" dt="2026-08-28T23:25:55.918" v="5666" actId="9405"/>
          <ac:inkMkLst>
            <pc:docMk/>
            <pc:sldMk cId="4283434320" sldId="295"/>
            <ac:inkMk id="23" creationId="{A691F641-2776-E952-5941-BC3DAB19826C}"/>
          </ac:inkMkLst>
        </pc:inkChg>
        <pc:inkChg chg="add del">
          <ac:chgData name="Samarpita Jana" userId="646c106d88bcf672" providerId="LiveId" clId="{3C84B437-EFCF-4B0B-AFBA-9D212F726882}" dt="2026-08-28T23:25:59.249" v="5668"/>
          <ac:inkMkLst>
            <pc:docMk/>
            <pc:sldMk cId="4283434320" sldId="295"/>
            <ac:inkMk id="24" creationId="{1F1209BF-907D-5296-841A-2EAAB9EFE794}"/>
          </ac:inkMkLst>
        </pc:inkChg>
        <pc:inkChg chg="add">
          <ac:chgData name="Samarpita Jana" userId="646c106d88bcf672" providerId="LiveId" clId="{3C84B437-EFCF-4B0B-AFBA-9D212F726882}" dt="2026-08-28T23:25:59.249" v="5668"/>
          <ac:inkMkLst>
            <pc:docMk/>
            <pc:sldMk cId="4283434320" sldId="295"/>
            <ac:inkMk id="25" creationId="{8811B4A5-720A-A09B-45A8-ED8AA2B15E70}"/>
          </ac:inkMkLst>
        </pc:inkChg>
        <pc:inkChg chg="add">
          <ac:chgData name="Samarpita Jana" userId="646c106d88bcf672" providerId="LiveId" clId="{3C84B437-EFCF-4B0B-AFBA-9D212F726882}" dt="2026-08-28T23:26:04.110" v="5669" actId="9405"/>
          <ac:inkMkLst>
            <pc:docMk/>
            <pc:sldMk cId="4283434320" sldId="295"/>
            <ac:inkMk id="26" creationId="{A484393C-3644-BCBF-D743-AD1183EF506B}"/>
          </ac:inkMkLst>
        </pc:inkChg>
        <pc:inkChg chg="add del">
          <ac:chgData name="Samarpita Jana" userId="646c106d88bcf672" providerId="LiveId" clId="{3C84B437-EFCF-4B0B-AFBA-9D212F726882}" dt="2026-08-28T23:26:15.850" v="5675" actId="9405"/>
          <ac:inkMkLst>
            <pc:docMk/>
            <pc:sldMk cId="4283434320" sldId="295"/>
            <ac:inkMk id="27" creationId="{2C592E72-7120-4330-4379-0065AEEC990C}"/>
          </ac:inkMkLst>
        </pc:inkChg>
        <pc:inkChg chg="add">
          <ac:chgData name="Samarpita Jana" userId="646c106d88bcf672" providerId="LiveId" clId="{3C84B437-EFCF-4B0B-AFBA-9D212F726882}" dt="2026-08-28T23:26:08.259" v="5671"/>
          <ac:inkMkLst>
            <pc:docMk/>
            <pc:sldMk cId="4283434320" sldId="295"/>
            <ac:inkMk id="28" creationId="{40B67509-B6C0-4EEE-CD4F-D7C2DA8DF6C0}"/>
          </ac:inkMkLst>
        </pc:inkChg>
        <pc:inkChg chg="add del">
          <ac:chgData name="Samarpita Jana" userId="646c106d88bcf672" providerId="LiveId" clId="{3C84B437-EFCF-4B0B-AFBA-9D212F726882}" dt="2026-08-28T23:26:14.595" v="5673" actId="9405"/>
          <ac:inkMkLst>
            <pc:docMk/>
            <pc:sldMk cId="4283434320" sldId="295"/>
            <ac:inkMk id="29" creationId="{3D4B56F8-96EB-7A93-4491-C3CE31AEE612}"/>
          </ac:inkMkLst>
        </pc:inkChg>
        <pc:inkChg chg="add">
          <ac:chgData name="Samarpita Jana" userId="646c106d88bcf672" providerId="LiveId" clId="{3C84B437-EFCF-4B0B-AFBA-9D212F726882}" dt="2026-08-28T23:26:23.331" v="5676" actId="9405"/>
          <ac:inkMkLst>
            <pc:docMk/>
            <pc:sldMk cId="4283434320" sldId="295"/>
            <ac:inkMk id="30" creationId="{28A25C4C-BB69-BAA3-C2FE-E14CB9D3B57A}"/>
          </ac:inkMkLst>
        </pc:inkChg>
        <pc:inkChg chg="add">
          <ac:chgData name="Samarpita Jana" userId="646c106d88bcf672" providerId="LiveId" clId="{3C84B437-EFCF-4B0B-AFBA-9D212F726882}" dt="2026-08-28T23:26:28.812" v="5677" actId="9405"/>
          <ac:inkMkLst>
            <pc:docMk/>
            <pc:sldMk cId="4283434320" sldId="295"/>
            <ac:inkMk id="31" creationId="{69E8B447-ABD0-3DA7-8702-2E4B2C0B7E4C}"/>
          </ac:inkMkLst>
        </pc:inkChg>
        <pc:cxnChg chg="add mod">
          <ac:chgData name="Samarpita Jana" userId="646c106d88bcf672" providerId="LiveId" clId="{3C84B437-EFCF-4B0B-AFBA-9D212F726882}" dt="2026-08-28T23:18:42.835" v="5276" actId="13822"/>
          <ac:cxnSpMkLst>
            <pc:docMk/>
            <pc:sldMk cId="4283434320" sldId="295"/>
            <ac:cxnSpMk id="8" creationId="{3DBB99AB-7A07-2E6E-A00C-9315EE5E16A8}"/>
          </ac:cxnSpMkLst>
        </pc:cxnChg>
        <pc:cxnChg chg="add">
          <ac:chgData name="Samarpita Jana" userId="646c106d88bcf672" providerId="LiveId" clId="{3C84B437-EFCF-4B0B-AFBA-9D212F726882}" dt="2026-08-28T23:18:56.958" v="5278" actId="11529"/>
          <ac:cxnSpMkLst>
            <pc:docMk/>
            <pc:sldMk cId="4283434320" sldId="295"/>
            <ac:cxnSpMk id="10" creationId="{23F9FA6B-6EAA-9570-B27A-8386EE3449DA}"/>
          </ac:cxnSpMkLst>
        </pc:cxnChg>
        <pc:cxnChg chg="add mod">
          <ac:chgData name="Samarpita Jana" userId="646c106d88bcf672" providerId="LiveId" clId="{3C84B437-EFCF-4B0B-AFBA-9D212F726882}" dt="2026-08-28T23:20:14.732" v="5287" actId="13822"/>
          <ac:cxnSpMkLst>
            <pc:docMk/>
            <pc:sldMk cId="4283434320" sldId="295"/>
            <ac:cxnSpMk id="13" creationId="{EA721664-31FD-57AF-3D97-5341690EBDCA}"/>
          </ac:cxnSpMkLst>
        </pc:cxnChg>
        <pc:cxnChg chg="add">
          <ac:chgData name="Samarpita Jana" userId="646c106d88bcf672" providerId="LiveId" clId="{3C84B437-EFCF-4B0B-AFBA-9D212F726882}" dt="2026-08-28T23:20:29.721" v="5288" actId="11529"/>
          <ac:cxnSpMkLst>
            <pc:docMk/>
            <pc:sldMk cId="4283434320" sldId="295"/>
            <ac:cxnSpMk id="15" creationId="{D6D92A2E-AE2E-7D81-8FDC-85B0A035B841}"/>
          </ac:cxnSpMkLst>
        </pc:cxnChg>
        <pc:cxnChg chg="add">
          <ac:chgData name="Samarpita Jana" userId="646c106d88bcf672" providerId="LiveId" clId="{3C84B437-EFCF-4B0B-AFBA-9D212F726882}" dt="2026-08-28T23:22:48.342" v="5426" actId="11529"/>
          <ac:cxnSpMkLst>
            <pc:docMk/>
            <pc:sldMk cId="4283434320" sldId="295"/>
            <ac:cxnSpMk id="18" creationId="{BADBE216-BA88-62ED-0C80-72F0B2229446}"/>
          </ac:cxnSpMkLst>
        </pc:cxnChg>
        <pc:cxnChg chg="add">
          <ac:chgData name="Samarpita Jana" userId="646c106d88bcf672" providerId="LiveId" clId="{3C84B437-EFCF-4B0B-AFBA-9D212F726882}" dt="2026-08-28T23:22:59.039" v="5427" actId="11529"/>
          <ac:cxnSpMkLst>
            <pc:docMk/>
            <pc:sldMk cId="4283434320" sldId="295"/>
            <ac:cxnSpMk id="20" creationId="{B48E6C8A-A667-F281-7C13-DCB2BD277418}"/>
          </ac:cxnSpMkLst>
        </pc:cxnChg>
        <pc:cxnChg chg="add">
          <ac:chgData name="Samarpita Jana" userId="646c106d88bcf672" providerId="LiveId" clId="{3C84B437-EFCF-4B0B-AFBA-9D212F726882}" dt="2026-08-28T23:27:25.222" v="5700" actId="11529"/>
          <ac:cxnSpMkLst>
            <pc:docMk/>
            <pc:sldMk cId="4283434320" sldId="295"/>
            <ac:cxnSpMk id="33" creationId="{E26341BD-8B39-C779-B7F0-4735F542D2C3}"/>
          </ac:cxnSpMkLst>
        </pc:cxnChg>
        <pc:cxnChg chg="add">
          <ac:chgData name="Samarpita Jana" userId="646c106d88bcf672" providerId="LiveId" clId="{3C84B437-EFCF-4B0B-AFBA-9D212F726882}" dt="2026-08-28T23:27:35.637" v="5701" actId="11529"/>
          <ac:cxnSpMkLst>
            <pc:docMk/>
            <pc:sldMk cId="4283434320" sldId="295"/>
            <ac:cxnSpMk id="35" creationId="{BA866014-5EAD-B4B9-DF85-7049260A2363}"/>
          </ac:cxnSpMkLst>
        </pc:cxnChg>
      </pc:sldChg>
      <pc:sldChg chg="addSp modSp new mod">
        <pc:chgData name="Samarpita Jana" userId="646c106d88bcf672" providerId="LiveId" clId="{3C84B437-EFCF-4B0B-AFBA-9D212F726882}" dt="2026-08-28T23:34:22.675" v="5807" actId="14100"/>
        <pc:sldMkLst>
          <pc:docMk/>
          <pc:sldMk cId="4045180565" sldId="296"/>
        </pc:sldMkLst>
        <pc:spChg chg="mod">
          <ac:chgData name="Samarpita Jana" userId="646c106d88bcf672" providerId="LiveId" clId="{3C84B437-EFCF-4B0B-AFBA-9D212F726882}" dt="2026-08-28T23:29:10.203" v="5790" actId="20577"/>
          <ac:spMkLst>
            <pc:docMk/>
            <pc:sldMk cId="4045180565" sldId="296"/>
            <ac:spMk id="2" creationId="{CE4054F8-1BE4-C272-7408-31B364D27F85}"/>
          </ac:spMkLst>
        </pc:spChg>
        <pc:spChg chg="mod">
          <ac:chgData name="Samarpita Jana" userId="646c106d88bcf672" providerId="LiveId" clId="{3C84B437-EFCF-4B0B-AFBA-9D212F726882}" dt="2026-08-28T23:31:47.053" v="5799" actId="20577"/>
          <ac:spMkLst>
            <pc:docMk/>
            <pc:sldMk cId="4045180565" sldId="296"/>
            <ac:spMk id="3" creationId="{B01A32C1-7875-DF8F-A5D5-1092C55143FE}"/>
          </ac:spMkLst>
        </pc:spChg>
        <pc:picChg chg="add mod">
          <ac:chgData name="Samarpita Jana" userId="646c106d88bcf672" providerId="LiveId" clId="{3C84B437-EFCF-4B0B-AFBA-9D212F726882}" dt="2026-08-28T23:34:22.675" v="5807" actId="14100"/>
          <ac:picMkLst>
            <pc:docMk/>
            <pc:sldMk cId="4045180565" sldId="296"/>
            <ac:picMk id="5" creationId="{E61BCA16-A466-BB03-F74E-6081C631AC43}"/>
          </ac:picMkLst>
        </pc:picChg>
      </pc:sldChg>
      <pc:sldChg chg="addSp delSp modSp new mod">
        <pc:chgData name="Samarpita Jana" userId="646c106d88bcf672" providerId="LiveId" clId="{3C84B437-EFCF-4B0B-AFBA-9D212F726882}" dt="2026-08-29T06:01:18.159" v="5821" actId="1076"/>
        <pc:sldMkLst>
          <pc:docMk/>
          <pc:sldMk cId="400314809" sldId="297"/>
        </pc:sldMkLst>
        <pc:spChg chg="del">
          <ac:chgData name="Samarpita Jana" userId="646c106d88bcf672" providerId="LiveId" clId="{3C84B437-EFCF-4B0B-AFBA-9D212F726882}" dt="2026-08-29T00:00:34.101" v="5815" actId="21"/>
          <ac:spMkLst>
            <pc:docMk/>
            <pc:sldMk cId="400314809" sldId="297"/>
            <ac:spMk id="2" creationId="{0AC552E5-0D43-4121-CA81-70F5F1A5099C}"/>
          </ac:spMkLst>
        </pc:spChg>
        <pc:spChg chg="del">
          <ac:chgData name="Samarpita Jana" userId="646c106d88bcf672" providerId="LiveId" clId="{3C84B437-EFCF-4B0B-AFBA-9D212F726882}" dt="2026-08-28T23:59:35.137" v="5809" actId="22"/>
          <ac:spMkLst>
            <pc:docMk/>
            <pc:sldMk cId="400314809" sldId="297"/>
            <ac:spMk id="3" creationId="{3EF0BD0F-EB51-B7F0-C9E5-8CE2D96B7F20}"/>
          </ac:spMkLst>
        </pc:spChg>
        <pc:picChg chg="add mod ord">
          <ac:chgData name="Samarpita Jana" userId="646c106d88bcf672" providerId="LiveId" clId="{3C84B437-EFCF-4B0B-AFBA-9D212F726882}" dt="2026-08-29T06:01:18.159" v="5821" actId="1076"/>
          <ac:picMkLst>
            <pc:docMk/>
            <pc:sldMk cId="400314809" sldId="297"/>
            <ac:picMk id="5" creationId="{4083C4CC-7793-4E5D-63BD-E72C4C2FD63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3:25:5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367 498 24575,'-21'-2'0,"0"0"0,1-2 0,-1 0 0,1-1 0,0-1 0,0-1 0,0 0 0,-21-13 0,39 19 0,-40-14 0,31 11 0,0 0 0,0 0 0,-14-8 0,21 9 0,1 1 0,-1-1 0,1 1 0,0-1 0,0 0 0,0 0 0,0-1 0,1 1 0,-1 0 0,1-1 0,0 0 0,0 1 0,-2-6 0,-2-10 0,2-1 0,0 0 0,2 0 0,0 0 0,1 0 0,1 0 0,0 0 0,6-28 0,-5 41 0,0 1 0,0 0 0,1-1 0,0 1 0,0 0 0,0 0 0,1 0 0,0 0 0,0 1 0,0-1 0,1 1 0,0 0 0,0 0 0,0 0 0,1 1 0,0-1 0,0 1 0,0 0 0,0 0 0,0 1 0,1-1 0,0 1 0,0 1 0,0-1 0,0 1 0,0 0 0,11-2 0,13-1 0,0 0 0,0 3 0,1 0 0,48 5 0,-41-2 0,80-1 0,78 5 0,-192-5 0,0 1 0,0 0 0,1-1 0,-1 2 0,0-1 0,0 0 0,0 1 0,0 0 0,-1 0 0,1 0 0,0 0 0,-1 0 0,1 1 0,-1 0 0,0 0 0,0 0 0,0 0 0,0 0 0,0 0 0,-1 1 0,0 0 0,0-1 0,0 1 0,0 0 0,0 0 0,-1 0 0,1 0 0,-1 0 0,1 6 0,1 12 0,-1 0 0,0 0 0,-2 0 0,-3 35 0,1-23 0,1-16 0,0 0 0,-2 0 0,0 0 0,-1-1 0,0 1 0,-2-1 0,0 0 0,-1 0 0,0-1 0,-2 0 0,0 0 0,-1-1 0,0 0 0,-1 0 0,-1-1 0,0-1 0,-1 0 0,0-1 0,-18 13 0,20-19 0,0 0 0,0-1 0,-1-1 0,1 0 0,-1 0 0,0-1 0,0-1 0,0 0 0,-20 1 0,-2-2 0,-1-2 0,-38-5 0,69 6-59,0 0 0,-1-1-1,1 0 1,0 0-1,0 0 1,0-1 0,0 1-1,0-1 1,0 0 0,0 0-1,0 0 1,1-1 0,-1 1-1,1-1 1,0 0-1,0 0 1,0 0 0,0 0-1,0-1 1,1 1 0,-1-1-1,-1-4 1,-8-19-6767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3:25:5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24093,'0'669'0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3:26:04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24575,'-9'9'0,"0"2"0,1-1 0,1 1 0,-1 0 0,2 0 0,-1 1 0,2 0 0,0 0 0,0 1 0,1-1 0,0 1 0,-1 15 0,-1 14 0,3 0 0,2 62 0,1-101 0,0 5 0,0 1 0,0-1 0,1 0 0,1 1 0,-1-1 0,1 0 0,0 0 0,7 15 0,-7-20 0,1 1 0,-1-1 0,1 1 0,0-1 0,-1 0 0,2 0 0,-1 0 0,0-1 0,0 1 0,1-1 0,0 1 0,-1-1 0,1 0 0,0-1 0,0 1 0,0-1 0,0 0 0,0 1 0,7-1 0,15 3 0,0-2 0,0-1 0,-1-1 0,47-5 0,-67 4 0,-1 0 0,1 0 0,0 0 0,-1-1 0,1 1 0,-1-1 0,0 0 0,1 0 0,-1-1 0,0 1 0,0-1 0,-1 0 0,1 0 0,0 0 0,-1-1 0,0 1 0,0-1 0,0 0 0,0 0 0,-1 0 0,1 0 0,-1 0 0,0 0 0,0-1 0,-1 1 0,2-7 0,1-4 0,-2 0 0,0 0 0,0 0 0,-2 0 0,0 0 0,0 0 0,-4-17 0,3 27 0,0-1 0,0 1 0,-1 0 0,0 0 0,0 0 0,0 0 0,0 0 0,-1 0 0,0 1 0,0-1 0,0 1 0,0-1 0,-1 1 0,0 1 0,-4-5 0,-8-4 0,0 0 0,-34-17 0,32 19 0,-34-24 0,-27-19-1365,57 36-5461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3:26:23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24575,'-9'1'0,"1"1"0,-1 0 0,1 0 0,0 1 0,0 0 0,-9 4 0,-3 1 0,7-3 0,0 0 0,0 1 0,1 0 0,0 1 0,0 0 0,1 1 0,-1 0 0,2 1 0,-18 18 0,23-20 0,-1 0 0,1 1 0,0-1 0,1 2 0,0-1 0,0 0 0,1 1 0,0-1 0,0 1 0,1 0 0,0 0 0,1 0 0,0 0 0,0 0 0,2 17 0,3 4 0,2 0 0,1-1 0,1 0 0,2 0 0,24 51 0,1 6 0,-30-71 0,1 0 0,1-1 0,0 0 0,0 0 0,12 15 0,-17-26 0,-1-1 0,1 0 0,0 0 0,0 0 0,0 0 0,0 0 0,0 0 0,0-1 0,0 1 0,1-1 0,-1 1 0,0-1 0,1 0 0,-1 0 0,1 0 0,0 0 0,-1-1 0,1 1 0,0-1 0,-1 1 0,1-1 0,0 0 0,0 0 0,-1 0 0,1 0 0,0-1 0,0 1 0,-1-1 0,1 0 0,0 1 0,-1-1 0,1 0 0,-1-1 0,1 1 0,-1 0 0,0-1 0,1 1 0,1-3 0,6-5 0,0-1 0,0 0 0,-1 0 0,-1-1 0,0 0 0,0 0 0,5-13 0,-3 7 0,0 1 0,24-27 0,159-182 0,-189 221 0,0 0 0,0-1 0,0 0 0,-1 0 0,0 0 0,0 0 0,0 0 0,-1-1 0,1 1 0,-1-1 0,-1 0 0,1 1 0,-1-1 0,0 0 0,0 0 0,-1 0 0,1 0 0,-1 0 0,-1 0 0,-1-11 0,0 10 0,0 1 0,0-1 0,-1 1 0,0-1 0,0 1 0,-1 0 0,1 0 0,-1 1 0,0-1 0,-1 1 0,0 0 0,1 0 0,-2 0 0,1 0 0,0 1 0,-1 0 0,-12-6 0,9 5-91,0 1 0,0 1 0,0-1 0,-1 1 0,0 1 0,1 0 0,-1 0 0,0 1 0,0 0 0,0 1 0,0 0 0,0 1 0,0 0 0,-12 2 0,-8 7-6735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3:26:28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9 24575,'-14'0'0,"0"1"0,0 0 0,0 0 0,-1 1 0,2 1 0,-1 1 0,0 0 0,-13 6 0,22-8 0,-1 1 0,0 1 0,1-1 0,0 1 0,0 0 0,0 0 0,1 0 0,-1 1 0,1 0 0,0 0 0,0 0 0,0 0 0,1 0 0,0 1 0,0 0 0,1-1 0,-1 1 0,1 0 0,0 0 0,-1 8 0,-2 27 0,1 1 0,2-1 0,2 1 0,5 46 0,0 18 0,-5-65 0,-1-20 0,1 0 0,1 0 0,0 0 0,8 30 0,-8-46 0,0-1 0,1 1 0,-1 0 0,1-1 0,0 1 0,1-1 0,-1 0 0,1 0 0,0 0 0,0 0 0,0 0 0,1 0 0,-1-1 0,1 1 0,0-1 0,0 0 0,0-1 0,0 1 0,0-1 0,1 1 0,-1-1 0,1 0 0,9 2 0,13 1 0,0-2 0,1-1 0,-1 0 0,1-2 0,50-7 0,-65 6 0,-1-1 0,1-1 0,0 0 0,-1 0 0,0-2 0,0 1 0,21-12 0,-28 13 0,0-1 0,-1 1 0,1-1 0,-1 0 0,0 0 0,0 0 0,0-1 0,-1 0 0,1 1 0,-1-1 0,0-1 0,0 1 0,-1 0 0,0-1 0,0 1 0,0-1 0,-1 1 0,2-12 0,2-39 0,-3 1 0,-6-78 0,-1 19 0,6 54 0,-4-58 0,3 114 6,0 0 0,-1 0-1,0 0 1,1 1 0,-2-1-1,1 0 1,0 0 0,-1 1 0,1-1-1,-1 1 1,0-1 0,0 1-1,-1 0 1,1 0 0,-1 0-1,1 0 1,-1 0 0,0 0 0,0 1-1,-5-3 1,1 1-155,0 1 1,0 0-1,0 0 1,-1 1-1,1 0 1,-1 0-1,0 1 1,0 0-1,-8 0 1,-22 0-6678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0AF46-C745-4FD1-B43E-5482227C7177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6E078-43F7-4BBF-ABC6-39EFE05CC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755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E078-43F7-4BBF-ABC6-39EFE05CC6EF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48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6490-63FD-DBE0-0C12-AD6A3545F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922EE-F2E9-1B2B-D5FE-EB07E310B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0AC91-A203-0981-8967-5FD47C3E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DAA85-09B6-A775-CFEC-A51B6637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F8A68-39D1-3EA6-E51D-AFA6FCC4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93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38D2-485F-B77F-2558-AD6B026E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EAD59-3EE0-87A1-D8B3-BBFD20E6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91EB9-5BE0-BCCE-B256-E4692896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A881E-E652-257A-285A-C6AD2C83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BA967-2621-2E35-F511-62937B2B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60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632B-7204-9AE9-0DED-C35043E2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8FD54-3822-C5FE-20DD-C41EA9BC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D7648-CC4B-7740-EC6C-E4748C41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2898E-9575-4748-AACD-39764D6F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0EBD-4F7F-FDDB-5BD7-2F8C5DD1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60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285E-1CA0-3E3A-3300-435095E1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45BB6-77A4-23E2-6B9D-1D9E269F6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74E6-EC7D-492A-567B-F5425A29F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2C408-CAFB-8848-D236-CA7041F7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A7411-9B00-F699-0A8D-835085CF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78D58-7F28-45EC-B441-08D89060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27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F924-BA54-75D9-165D-AD630DA42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14996-B7B4-FF54-45B6-005AF5C96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69C5B-399D-7F44-D524-313E2AC91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74C2A9-E4AC-98AB-AAC2-D85B56CDC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678AB-4EC4-8202-31D2-F8066F36D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F9178-E3DA-BF48-F865-8EB72410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D1420-BA7B-C5A3-2E10-43573FED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C9D8B-AA39-07E9-7526-B0CDEA74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7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3CD5-E131-4B42-DCDC-80D7FBA8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A2D5A-EB87-8518-193F-82EE5AF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E20D9-17C6-5568-2BEB-5FE403CA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A9C6B-07FC-809B-AA80-4F37C321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16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8BFD7-14D0-CFA6-343A-E604D72A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A0989-6E84-122D-93A7-5A882A0D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9399-CAD2-AA74-F9D5-7C35D67D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37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78B0-A366-1E15-4CAF-B7052EE3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03901-B6B1-35BB-FCB9-2188B76A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49B10-1945-5C94-0081-043251538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B695C-3F49-E228-0E65-7B9F787A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01CCC-5B8D-D8BB-D95C-E460C69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79727-691A-853B-092B-2060F10F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7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F660-5595-3DE5-82C1-CC84B9F8D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B7D2FC-7F9E-C983-1456-F49F79E53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8C0D6-1E53-C856-053D-23ABC2F7E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85472-5FFD-29B9-8372-7B6DEB5C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821FB-901B-1809-AB4C-73187D07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5A64B-E4CD-5C39-B133-3A4D5FDA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80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0E14-6019-5913-9D60-94CF211E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EF73A-BF5A-98FA-D1DD-FCAFAAE4F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496B-215B-F6B1-CBFA-2C8665AA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F4E8F-59E2-AA8B-2157-228DFF3D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50D59-0A89-BC12-EFE5-BB8AD38C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1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DDCDC5-F9CA-E69C-9173-B71BFF8E1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6CA6D-F362-C6EA-3A1D-E95FF09C3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50DF-A965-A934-62D9-DEE2D78D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51740-7B30-F0EE-F22E-64424EA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DCCDA-674A-5F6A-AB28-812DCBFB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13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/>
            <a:ahLst/>
            <a:cxnLst/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961397C-706D-4EB8-B1E1-D1B680D284C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80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811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/>
            <a:ahLst/>
            <a:cxnLst/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B19E114-DE0F-4D79-972B-16F4D1534B50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2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4ACAC3-7932-4379-B917-F7F78C6F24BE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873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9144B-27A2-4831-A05B-9434A462331E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68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950-DBB3-436C-A1DD-7D3C30A336E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9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/>
            <a:ahLst/>
            <a:cxnLst/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F8E-0DD2-43D3-8D07-9F3C411EACC9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877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97BB-FABD-465F-A92A-114DD4401A7A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98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6678-B47B-4355-B5D6-D7B9669114D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576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/>
            <a:ahLst/>
            <a:cxnLst/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4801C4-BD33-47CA-B204-FEE9BA7A0B9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20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/>
            <a:ahLst/>
            <a:cxnLst/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BBC631-32E9-41B5-A4D6-F9BADFAA6AF1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68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4DF367-E34D-4C28-A660-DCABBED01BCF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/>
            <a:ahLst/>
            <a:cxnLst/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5487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489A3B8-AADB-439D-85B5-E9ACAFD3797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/>
            <a:ahLst/>
            <a:cxnLst/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85392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/>
            <a:ahLst/>
            <a:cxnLst/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8399-DE27-4A8B-8419-0512D16F49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865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/>
            <a:ahLst/>
            <a:cxnLst/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F43114-67DF-4FA3-9285-385EAC7FCBCA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88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0B5C10-8896-4A25-9ADC-0DE16BEA40F9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/>
            <a:ahLst/>
            <a:cxnLst/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691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0D4BFA2-1BB9-40F7-B5CD-27AF3FC15B4F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/>
            <a:ahLst/>
            <a:cxnLst/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75938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/>
            <a:ahLst/>
            <a:cxnLst/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B68-2046-4562-B6CE-CDFAB3DC51F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3162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B35E-97D9-4AD8-9F03-F1A28F5EDD3F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18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C429-4D23-430E-9EDF-7373AE75BFEE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987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E6B9-2D9C-4660-92C5-78965463CC8F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141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E9-04E1-4A30-9610-62B3B25B32C1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857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DEDC-8F58-44F8-A177-8A00C8A4C6DB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738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323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860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F504-FC97-4D7A-ADA4-4D7971A47BF8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37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D06E-1834-4525-8B00-CED1355A3638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23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257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61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518EC-ADB1-5B7B-8370-7DEBC9AB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07F8-FC66-4DA0-D618-52091116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D932B-BFA2-BB3A-81EE-48E10A108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DD8A4-4F1C-4CFF-A426-03C12A285D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4E56-ED90-6640-F37E-8D0B1408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CFF38-EADD-65A3-0BE6-E5B9131C1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5A231-9A87-44D9-888B-62368500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40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1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sam@example.com" TargetMode="Externa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471B-75FC-CC34-1DDB-1F4149704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323" y="117678"/>
            <a:ext cx="6666271" cy="1376516"/>
          </a:xfrm>
        </p:spPr>
        <p:txBody>
          <a:bodyPr/>
          <a:lstStyle/>
          <a:p>
            <a:r>
              <a:rPr lang="en-US" dirty="0"/>
              <a:t>GEN  A  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0282D-8F2B-D38F-B88E-B8D397D54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62" y="3885298"/>
            <a:ext cx="10176383" cy="186657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ARTIFICIAL</a:t>
            </a:r>
            <a:r>
              <a:rPr lang="en-US" dirty="0"/>
              <a:t>:</a:t>
            </a:r>
          </a:p>
          <a:p>
            <a:r>
              <a:rPr lang="en-IN" dirty="0"/>
              <a:t>NOT NATURAL THAT MEANS MADE BY HUMAN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INTELLIGENECE:</a:t>
            </a:r>
          </a:p>
          <a:p>
            <a:r>
              <a:rPr lang="en-IN" dirty="0"/>
              <a:t>ABILITY  TO THINK ,ANALYZE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51CE81-9203-BDEA-9E53-28A086D8A5C0}"/>
              </a:ext>
            </a:extLst>
          </p:cNvPr>
          <p:cNvCxnSpPr/>
          <p:nvPr/>
        </p:nvCxnSpPr>
        <p:spPr>
          <a:xfrm>
            <a:off x="5250426" y="553066"/>
            <a:ext cx="0" cy="1305232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627740-271E-D961-7E27-6D6963E910A8}"/>
              </a:ext>
            </a:extLst>
          </p:cNvPr>
          <p:cNvCxnSpPr/>
          <p:nvPr/>
        </p:nvCxnSpPr>
        <p:spPr>
          <a:xfrm flipH="1">
            <a:off x="4070555" y="1484671"/>
            <a:ext cx="432619" cy="678426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088B0B-4EC4-3769-D9C3-FBA2F648E0FD}"/>
              </a:ext>
            </a:extLst>
          </p:cNvPr>
          <p:cNvSpPr txBox="1"/>
          <p:nvPr/>
        </p:nvSpPr>
        <p:spPr>
          <a:xfrm>
            <a:off x="1120881" y="2320414"/>
            <a:ext cx="3382293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GENERATIVE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04627E-2600-7B85-1914-F70A858C34A8}"/>
              </a:ext>
            </a:extLst>
          </p:cNvPr>
          <p:cNvSpPr/>
          <p:nvPr/>
        </p:nvSpPr>
        <p:spPr>
          <a:xfrm>
            <a:off x="5638800" y="2232546"/>
            <a:ext cx="229091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ARTIFICIAL   INTELLIGENCE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820EE4-C81B-DC05-89DD-F511346918F4}"/>
              </a:ext>
            </a:extLst>
          </p:cNvPr>
          <p:cNvCxnSpPr/>
          <p:nvPr/>
        </p:nvCxnSpPr>
        <p:spPr>
          <a:xfrm>
            <a:off x="5638800" y="1205682"/>
            <a:ext cx="575187" cy="8787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EABFF3-9950-C467-5E15-7EBF7FA99B45}"/>
              </a:ext>
            </a:extLst>
          </p:cNvPr>
          <p:cNvCxnSpPr/>
          <p:nvPr/>
        </p:nvCxnSpPr>
        <p:spPr>
          <a:xfrm>
            <a:off x="5810865" y="403123"/>
            <a:ext cx="0" cy="109107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5D2950C-9AB5-F2E5-C2FA-4741D54AE063}"/>
              </a:ext>
            </a:extLst>
          </p:cNvPr>
          <p:cNvSpPr/>
          <p:nvPr/>
        </p:nvSpPr>
        <p:spPr>
          <a:xfrm>
            <a:off x="1622323" y="3429000"/>
            <a:ext cx="8485237" cy="274565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935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0DCF-2C76-BD0B-8EAC-2AE725B5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BRANCHES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5DA5-08DD-D9A3-07E2-3432DA002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ML       </a:t>
            </a:r>
          </a:p>
          <a:p>
            <a:pPr marL="514350" indent="-514350">
              <a:buAutoNum type="arabicPeriod"/>
            </a:pPr>
            <a:r>
              <a:rPr lang="en-US" dirty="0"/>
              <a:t>DEEP LEARNING</a:t>
            </a:r>
          </a:p>
          <a:p>
            <a:pPr marL="514350" indent="-514350">
              <a:buAutoNum type="arabicPeriod"/>
            </a:pPr>
            <a:r>
              <a:rPr lang="en-US" dirty="0"/>
              <a:t>NLP</a:t>
            </a:r>
          </a:p>
          <a:p>
            <a:pPr marL="514350" indent="-514350">
              <a:buAutoNum type="arabicPeriod"/>
            </a:pPr>
            <a:r>
              <a:rPr lang="en-US" dirty="0"/>
              <a:t>EXPERT SYSTEM</a:t>
            </a:r>
          </a:p>
          <a:p>
            <a:pPr marL="514350" indent="-514350">
              <a:buAutoNum type="arabicPeriod"/>
            </a:pPr>
            <a:r>
              <a:rPr lang="en-US" dirty="0"/>
              <a:t>FUZZY LOGIC</a:t>
            </a:r>
          </a:p>
          <a:p>
            <a:pPr marL="514350" indent="-514350">
              <a:buAutoNum type="arabicPeriod"/>
            </a:pPr>
            <a:r>
              <a:rPr lang="en-US" dirty="0"/>
              <a:t>ROBOTICS</a:t>
            </a:r>
          </a:p>
          <a:p>
            <a:pPr marL="514350" indent="-514350">
              <a:buAutoNum type="arabicPeriod"/>
            </a:pPr>
            <a:r>
              <a:rPr lang="en-US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95830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76B0-37A1-34BB-0B68-9A595DDF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88264"/>
          </a:xfrm>
        </p:spPr>
        <p:txBody>
          <a:bodyPr/>
          <a:lstStyle/>
          <a:p>
            <a:r>
              <a:rPr lang="en-US" dirty="0"/>
              <a:t>What is Machine Learning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98BD1-0017-35C7-2CBC-CEC31A6D5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6997507"/>
            <a:ext cx="11911404" cy="26661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2BBF05-90AB-643D-7566-BEEE48A2FB4E}"/>
              </a:ext>
            </a:extLst>
          </p:cNvPr>
          <p:cNvSpPr/>
          <p:nvPr/>
        </p:nvSpPr>
        <p:spPr>
          <a:xfrm>
            <a:off x="359795" y="1710526"/>
            <a:ext cx="1937971" cy="1214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63C2E-27A7-E07F-C8EC-ED896C90840F}"/>
              </a:ext>
            </a:extLst>
          </p:cNvPr>
          <p:cNvSpPr/>
          <p:nvPr/>
        </p:nvSpPr>
        <p:spPr>
          <a:xfrm>
            <a:off x="5122295" y="1710526"/>
            <a:ext cx="1937971" cy="1214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6E6597-B5B0-F803-B57C-833D0BAFF907}"/>
              </a:ext>
            </a:extLst>
          </p:cNvPr>
          <p:cNvCxnSpPr/>
          <p:nvPr/>
        </p:nvCxnSpPr>
        <p:spPr>
          <a:xfrm flipV="1">
            <a:off x="2621219" y="2360128"/>
            <a:ext cx="2098151" cy="60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4DD0A3-82E9-DC10-E53A-C90BFDB34911}"/>
              </a:ext>
            </a:extLst>
          </p:cNvPr>
          <p:cNvCxnSpPr/>
          <p:nvPr/>
        </p:nvCxnSpPr>
        <p:spPr>
          <a:xfrm flipV="1">
            <a:off x="7529395" y="2371335"/>
            <a:ext cx="1448210" cy="60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211E76-3B11-9EA3-783B-E1F32AC56275}"/>
              </a:ext>
            </a:extLst>
          </p:cNvPr>
          <p:cNvCxnSpPr/>
          <p:nvPr/>
        </p:nvCxnSpPr>
        <p:spPr>
          <a:xfrm flipH="1" flipV="1">
            <a:off x="6012967" y="3080269"/>
            <a:ext cx="12152" cy="8601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607E83-68A8-3C37-AEC1-DAACA08EC281}"/>
              </a:ext>
            </a:extLst>
          </p:cNvPr>
          <p:cNvSpPr txBox="1"/>
          <p:nvPr/>
        </p:nvSpPr>
        <p:spPr>
          <a:xfrm>
            <a:off x="505577" y="1986430"/>
            <a:ext cx="16334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Past/present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6B4A2-46CB-E35B-CDA5-AA1933E82166}"/>
              </a:ext>
            </a:extLst>
          </p:cNvPr>
          <p:cNvSpPr txBox="1"/>
          <p:nvPr/>
        </p:nvSpPr>
        <p:spPr>
          <a:xfrm>
            <a:off x="5469783" y="1851959"/>
            <a:ext cx="11964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Machine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Learning Model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08D12-E041-7B9E-0F08-9249B96955C7}"/>
              </a:ext>
            </a:extLst>
          </p:cNvPr>
          <p:cNvSpPr txBox="1"/>
          <p:nvPr/>
        </p:nvSpPr>
        <p:spPr>
          <a:xfrm>
            <a:off x="9582340" y="2132107"/>
            <a:ext cx="16334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Predictions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4204A-9CAA-34D8-68AF-DD189A3A2F6C}"/>
              </a:ext>
            </a:extLst>
          </p:cNvPr>
          <p:cNvSpPr txBox="1"/>
          <p:nvPr/>
        </p:nvSpPr>
        <p:spPr>
          <a:xfrm>
            <a:off x="5528218" y="4100767"/>
            <a:ext cx="20011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Scientific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Algorithms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50798B-8626-7164-8FFD-4FE3ECF54B5F}"/>
              </a:ext>
            </a:extLst>
          </p:cNvPr>
          <p:cNvSpPr txBox="1"/>
          <p:nvPr/>
        </p:nvSpPr>
        <p:spPr>
          <a:xfrm>
            <a:off x="608077" y="5439086"/>
            <a:ext cx="108201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It is a process of collecting past or present data to train a machine learning model using scientific algorithms so model can give us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predictions/future outcomes .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0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B682-9912-012C-23E6-47C43026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3623-6FD0-2C14-9AFB-E2E546912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37419"/>
            <a:ext cx="10835640" cy="5534459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Natural Language Processing (NLP)</a:t>
            </a:r>
            <a:r>
              <a:rPr lang="en-IN" dirty="0"/>
              <a:t> is a branch of </a:t>
            </a:r>
            <a:r>
              <a:rPr lang="en-IN" b="1" dirty="0"/>
              <a:t>Artificial Intelligence (AI)</a:t>
            </a:r>
            <a:r>
              <a:rPr lang="en-IN" dirty="0"/>
              <a:t> that enables computers to understand, interpret, </a:t>
            </a:r>
            <a:r>
              <a:rPr lang="en-IN" dirty="0" err="1"/>
              <a:t>analyze</a:t>
            </a:r>
            <a:r>
              <a:rPr lang="en-IN" dirty="0"/>
              <a:t>, and generate human language such as English, Hindi, Tamil, or any other language.</a:t>
            </a:r>
          </a:p>
          <a:p>
            <a:r>
              <a:rPr lang="en-IN" sz="1800" b="1" dirty="0"/>
              <a:t>Examples:</a:t>
            </a:r>
            <a:endParaRPr lang="en-IN" sz="1800" dirty="0"/>
          </a:p>
          <a:p>
            <a:pPr lvl="0"/>
            <a:r>
              <a:rPr lang="en-IN" dirty="0"/>
              <a:t>ChatGPT </a:t>
            </a:r>
          </a:p>
          <a:p>
            <a:pPr lvl="0"/>
            <a:r>
              <a:rPr lang="en-IN" dirty="0"/>
              <a:t>Google Translate </a:t>
            </a:r>
          </a:p>
          <a:p>
            <a:pPr lvl="0"/>
            <a:r>
              <a:rPr lang="en-IN" dirty="0"/>
              <a:t>Siri and Alexa </a:t>
            </a:r>
          </a:p>
          <a:p>
            <a:pPr lvl="0"/>
            <a:r>
              <a:rPr lang="en-IN" dirty="0"/>
              <a:t>Grammarly</a:t>
            </a:r>
          </a:p>
          <a:p>
            <a:pPr marL="0" indent="0">
              <a:buNone/>
            </a:pPr>
            <a:r>
              <a:rPr lang="en-IN" sz="1800" b="1" dirty="0"/>
              <a:t>NLP PIPELINE:</a:t>
            </a:r>
          </a:p>
          <a:p>
            <a:pPr marL="0" indent="0">
              <a:buNone/>
            </a:pPr>
            <a:r>
              <a:rPr lang="en-IN" sz="1800" dirty="0"/>
              <a:t>1.TEXT CLEANING</a:t>
            </a:r>
          </a:p>
          <a:p>
            <a:pPr marL="0" indent="0">
              <a:buNone/>
            </a:pPr>
            <a:r>
              <a:rPr lang="en-IN" sz="1800" dirty="0"/>
              <a:t>2.TOKENIZATION</a:t>
            </a:r>
          </a:p>
          <a:p>
            <a:pPr marL="0" indent="0">
              <a:buNone/>
            </a:pPr>
            <a:r>
              <a:rPr lang="en-IN" sz="1800" dirty="0"/>
              <a:t>3.STEMMING AND LEMATIZATION</a:t>
            </a:r>
          </a:p>
          <a:p>
            <a:pPr marL="0" indent="0">
              <a:buNone/>
            </a:pPr>
            <a:r>
              <a:rPr lang="en-IN" sz="1800" dirty="0"/>
              <a:t>4. BAG OF WORDS(BOW)</a:t>
            </a:r>
          </a:p>
          <a:p>
            <a:pPr marL="0" indent="0">
              <a:buNone/>
            </a:pPr>
            <a:r>
              <a:rPr lang="en-IN" sz="1800" dirty="0"/>
              <a:t>5.TF-IDF</a:t>
            </a:r>
          </a:p>
          <a:p>
            <a:pPr marL="0" indent="0">
              <a:buNone/>
            </a:pPr>
            <a:r>
              <a:rPr lang="en-IN" sz="1800" dirty="0"/>
              <a:t>6. WORD EMBEDDING</a:t>
            </a:r>
          </a:p>
        </p:txBody>
      </p:sp>
    </p:spTree>
    <p:extLst>
      <p:ext uri="{BB962C8B-B14F-4D97-AF65-F5344CB8AC3E}">
        <p14:creationId xmlns:p14="http://schemas.microsoft.com/office/powerpoint/2010/main" val="163547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7377-1F58-2D50-252D-F0D31CA3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DRAWBACKS OF ML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4FE5A-9201-7333-BF20-AEB744B3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730478"/>
            <a:ext cx="10835640" cy="4541400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IN" sz="2000" dirty="0"/>
              <a:t>ML can not generate</a:t>
            </a:r>
          </a:p>
          <a:p>
            <a:pPr marL="342900" indent="-342900">
              <a:buAutoNum type="arabicPeriod"/>
            </a:pPr>
            <a:r>
              <a:rPr lang="en-IN" sz="2000" dirty="0"/>
              <a:t>ML can not work with unstructured data like image, audio , it’s working required lots of feature engineering.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9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D064-3D97-894A-F800-FC054FC1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96B70-84CC-2B9C-DE90-8085094F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ADVANCE SUBSET OF ML.</a:t>
            </a:r>
          </a:p>
          <a:p>
            <a:r>
              <a:rPr lang="en-US" dirty="0"/>
              <a:t>IT’ S USING NUERAL NETWORK ARCHITECTURE TO LEARN  THE INFORMATION AND GENERATE  OUTPUT.</a:t>
            </a:r>
          </a:p>
          <a:p>
            <a:endParaRPr lang="en-US" dirty="0"/>
          </a:p>
          <a:p>
            <a:r>
              <a:rPr lang="en-US" sz="1800" b="1" dirty="0"/>
              <a:t>HOW IT WORKS: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C21FB-09F3-9945-854D-C3B8530C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5" y="2871018"/>
            <a:ext cx="9173497" cy="352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1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D19D-7AE8-2335-A095-B8E3170D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NUERAL TETWORK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E5650-D1FA-0E65-1AE0-BE9B85F1E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285" y="1101213"/>
            <a:ext cx="8965560" cy="44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35C5-E09C-3B26-C37E-B31024AB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CLEANING: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2CD29-5947-0FC7-F8C5-426AE790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Remove unnecessary information from the text</a:t>
            </a:r>
          </a:p>
          <a:p>
            <a:r>
              <a:rPr lang="en-IN" b="1" dirty="0"/>
              <a:t>Text cleaning</a:t>
            </a:r>
            <a:r>
              <a:rPr lang="en-IN" dirty="0"/>
              <a:t> is the process of converting raw, noisy text into a cleaner and more consistent form before giving it to an NLP model.</a:t>
            </a:r>
          </a:p>
          <a:p>
            <a:pPr marL="0" indent="0">
              <a:buNone/>
            </a:pPr>
            <a:r>
              <a:rPr lang="en-IN" dirty="0"/>
              <a:t>Common operations:</a:t>
            </a:r>
          </a:p>
          <a:p>
            <a:pPr marL="0" indent="0">
              <a:buNone/>
            </a:pPr>
            <a:r>
              <a:rPr lang="en-IN" dirty="0"/>
              <a:t>1.LOWERCASING</a:t>
            </a:r>
          </a:p>
          <a:p>
            <a:pPr marL="0" indent="0">
              <a:buNone/>
            </a:pPr>
            <a:r>
              <a:rPr lang="en-IN" dirty="0"/>
              <a:t>2.REMOVING PUNCTUATION</a:t>
            </a:r>
          </a:p>
          <a:p>
            <a:pPr marL="0" indent="0">
              <a:buNone/>
            </a:pPr>
            <a:r>
              <a:rPr lang="en-IN" dirty="0"/>
              <a:t>3.REMOVING NUMBERS</a:t>
            </a:r>
          </a:p>
          <a:p>
            <a:pPr marL="0" indent="0">
              <a:buNone/>
            </a:pPr>
            <a:r>
              <a:rPr lang="en-IN" dirty="0"/>
              <a:t>4.REMOVING STOPWORDS</a:t>
            </a:r>
          </a:p>
          <a:p>
            <a:pPr marL="0" indent="0">
              <a:buNone/>
            </a:pPr>
            <a:r>
              <a:rPr lang="en-IN" dirty="0"/>
              <a:t>5.REMOVING URL,EMAILS,MENTIONS,EMOJIS</a:t>
            </a:r>
          </a:p>
          <a:p>
            <a:pPr marL="0" indent="0">
              <a:buNone/>
            </a:pPr>
            <a:r>
              <a:rPr lang="en-IN" b="1" dirty="0"/>
              <a:t>Why is text cleaning needed?</a:t>
            </a:r>
          </a:p>
          <a:p>
            <a:pPr marL="0" indent="0">
              <a:buNone/>
            </a:pPr>
            <a:r>
              <a:rPr lang="en-IN" dirty="0"/>
              <a:t>Real-world text can contain:</a:t>
            </a:r>
          </a:p>
          <a:p>
            <a:pPr marL="0" indent="0">
              <a:buNone/>
            </a:pPr>
            <a:r>
              <a:rPr lang="en-US" dirty="0"/>
              <a:t>"OMG!!! 😍 Check this PRODUCT!!! Visit https://abc.com</a:t>
            </a:r>
          </a:p>
          <a:p>
            <a:pPr marL="0" indent="0">
              <a:buNone/>
            </a:pPr>
            <a:r>
              <a:rPr lang="en-US" dirty="0"/>
              <a:t>#BestProduct @company &lt;</a:t>
            </a:r>
            <a:r>
              <a:rPr lang="en-US" dirty="0" err="1"/>
              <a:t>br</a:t>
            </a:r>
            <a:r>
              <a:rPr lang="en-US" dirty="0"/>
              <a:t>&gt; It's </a:t>
            </a:r>
            <a:r>
              <a:rPr lang="en-US" dirty="0" err="1"/>
              <a:t>soooo</a:t>
            </a:r>
            <a:r>
              <a:rPr lang="en-US" dirty="0"/>
              <a:t> good!!!“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C1243B-9CA6-CD7E-5833-C3DB15801EF9}"/>
              </a:ext>
            </a:extLst>
          </p:cNvPr>
          <p:cNvSpPr/>
          <p:nvPr/>
        </p:nvSpPr>
        <p:spPr>
          <a:xfrm>
            <a:off x="285135" y="5279923"/>
            <a:ext cx="6823588" cy="85540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78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0D3E-EB5F-776A-CA0B-978BEC63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1.LOWERCASING: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2C5-3A7C-4FE1-6089-02DABC82D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06245"/>
            <a:ext cx="10835640" cy="546563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Convert Text to Lowercase</a:t>
            </a:r>
          </a:p>
          <a:p>
            <a:r>
              <a:rPr lang="en-IN" b="1" dirty="0"/>
              <a:t>Original:</a:t>
            </a:r>
          </a:p>
          <a:p>
            <a:r>
              <a:rPr lang="en-IN" dirty="0"/>
              <a:t>                              "I LOVE Machine Learning"</a:t>
            </a:r>
          </a:p>
          <a:p>
            <a:r>
              <a:rPr lang="en-IN" b="1" dirty="0"/>
              <a:t>Lowercase:</a:t>
            </a:r>
          </a:p>
          <a:p>
            <a:r>
              <a:rPr lang="en-IN" dirty="0"/>
              <a:t>                              "</a:t>
            </a:r>
            <a:r>
              <a:rPr lang="en-IN" dirty="0" err="1"/>
              <a:t>i</a:t>
            </a:r>
            <a:r>
              <a:rPr lang="en-IN" dirty="0"/>
              <a:t> love machine learning"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 Traditional ML models may treat:</a:t>
            </a:r>
          </a:p>
          <a:p>
            <a:r>
              <a:rPr lang="en-IN" dirty="0"/>
              <a:t>"Apple"</a:t>
            </a:r>
          </a:p>
          <a:p>
            <a:r>
              <a:rPr lang="en-IN" dirty="0"/>
              <a:t>"apple"</a:t>
            </a:r>
          </a:p>
          <a:p>
            <a:r>
              <a:rPr lang="en-IN" dirty="0"/>
              <a:t>"APPLE"</a:t>
            </a:r>
          </a:p>
          <a:p>
            <a:r>
              <a:rPr lang="en-IN" dirty="0"/>
              <a:t>as different tokens.</a:t>
            </a:r>
          </a:p>
          <a:p>
            <a:pPr marL="0" indent="0">
              <a:buNone/>
            </a:pPr>
            <a:r>
              <a:rPr lang="en-IN" b="1" dirty="0"/>
              <a:t>HOW?</a:t>
            </a:r>
          </a:p>
          <a:p>
            <a:pPr marL="0" indent="0">
              <a:buNone/>
            </a:pPr>
            <a:r>
              <a:rPr lang="en-IN" b="1" dirty="0"/>
              <a:t>BY WRITING PYTHON CODE:</a:t>
            </a:r>
          </a:p>
          <a:p>
            <a:pPr marL="0" indent="0">
              <a:buNone/>
            </a:pPr>
            <a:r>
              <a:rPr lang="en-US" dirty="0"/>
              <a:t>text = "I LOVE Machine Learning"</a:t>
            </a:r>
          </a:p>
          <a:p>
            <a:pPr marL="0" indent="0">
              <a:buNone/>
            </a:pPr>
            <a:r>
              <a:rPr lang="en-US" dirty="0"/>
              <a:t>text = </a:t>
            </a:r>
            <a:r>
              <a:rPr lang="en-US" dirty="0" err="1"/>
              <a:t>text.lower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print(text)                                                                                                      </a:t>
            </a:r>
            <a:r>
              <a:rPr lang="en-IN" dirty="0"/>
              <a:t>"</a:t>
            </a:r>
            <a:r>
              <a:rPr lang="en-IN" dirty="0" err="1"/>
              <a:t>i</a:t>
            </a:r>
            <a:r>
              <a:rPr lang="en-IN" dirty="0"/>
              <a:t> love machine learning"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C07B6-5600-8E24-0E10-528E640B1BFC}"/>
              </a:ext>
            </a:extLst>
          </p:cNvPr>
          <p:cNvSpPr/>
          <p:nvPr/>
        </p:nvSpPr>
        <p:spPr>
          <a:xfrm>
            <a:off x="471948" y="3116826"/>
            <a:ext cx="2182762" cy="96926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6146FA-B4F3-2490-F34E-8313CD71595C}"/>
              </a:ext>
            </a:extLst>
          </p:cNvPr>
          <p:cNvCxnSpPr/>
          <p:nvPr/>
        </p:nvCxnSpPr>
        <p:spPr>
          <a:xfrm>
            <a:off x="1669401" y="5850194"/>
            <a:ext cx="265471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921D298-F586-5DD8-CE8A-5B887F25B8B3}"/>
              </a:ext>
            </a:extLst>
          </p:cNvPr>
          <p:cNvSpPr/>
          <p:nvPr/>
        </p:nvSpPr>
        <p:spPr>
          <a:xfrm>
            <a:off x="4837471" y="5574890"/>
            <a:ext cx="3224981" cy="47686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1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05EA7-069D-CE70-BE55-774E2A1B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2.REMOVING  HTML TAGS: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5FC5B-621E-D87F-F50A-3F12BF290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01213"/>
            <a:ext cx="10835640" cy="517066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. </a:t>
            </a:r>
            <a:r>
              <a:rPr lang="en-IN" dirty="0"/>
              <a:t>Web pages often contain HTML.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Input</a:t>
            </a:r>
          </a:p>
          <a:p>
            <a:r>
              <a:rPr lang="en-IN" dirty="0"/>
              <a:t>                  &lt;p&gt;I love this product&lt;/p&gt;</a:t>
            </a:r>
          </a:p>
          <a:p>
            <a:r>
              <a:rPr lang="en-IN" b="1" dirty="0"/>
              <a:t>Output</a:t>
            </a:r>
          </a:p>
          <a:p>
            <a:r>
              <a:rPr lang="en-IN" dirty="0"/>
              <a:t>                     I love this product</a:t>
            </a:r>
          </a:p>
          <a:p>
            <a:r>
              <a:rPr lang="en-IN" b="1" dirty="0"/>
              <a:t>Python:</a:t>
            </a:r>
          </a:p>
          <a:p>
            <a:r>
              <a:rPr lang="en-IN" dirty="0"/>
              <a:t>from bs4 import </a:t>
            </a:r>
            <a:r>
              <a:rPr lang="en-IN" dirty="0" err="1"/>
              <a:t>BeautifulSoup</a:t>
            </a:r>
            <a:endParaRPr lang="en-IN" dirty="0"/>
          </a:p>
          <a:p>
            <a:r>
              <a:rPr lang="en-IN" dirty="0"/>
              <a:t>html = "&lt;p&gt;I love this product&lt;/p&gt;"</a:t>
            </a:r>
          </a:p>
          <a:p>
            <a:r>
              <a:rPr lang="en-IN" dirty="0"/>
              <a:t>text = </a:t>
            </a:r>
            <a:r>
              <a:rPr lang="en-IN" dirty="0" err="1"/>
              <a:t>BeautifulSoup</a:t>
            </a:r>
            <a:r>
              <a:rPr lang="en-IN" dirty="0"/>
              <a:t>(html, "</a:t>
            </a:r>
            <a:r>
              <a:rPr lang="en-IN" dirty="0" err="1"/>
              <a:t>html.parser</a:t>
            </a:r>
            <a:r>
              <a:rPr lang="en-IN" dirty="0"/>
              <a:t>").</a:t>
            </a:r>
            <a:r>
              <a:rPr lang="en-IN" dirty="0" err="1"/>
              <a:t>get_text</a:t>
            </a:r>
            <a:r>
              <a:rPr lang="en-IN" dirty="0"/>
              <a:t>()</a:t>
            </a:r>
          </a:p>
          <a:p>
            <a:r>
              <a:rPr lang="en-IN" dirty="0"/>
              <a:t>print(text)                                                                               I love this product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0C386A-20B7-A451-95FD-2F3FB583EC60}"/>
              </a:ext>
            </a:extLst>
          </p:cNvPr>
          <p:cNvCxnSpPr/>
          <p:nvPr/>
        </p:nvCxnSpPr>
        <p:spPr>
          <a:xfrm>
            <a:off x="1818968" y="5152103"/>
            <a:ext cx="294967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1AFC725-970F-A491-CE14-8F063257CBDA}"/>
              </a:ext>
            </a:extLst>
          </p:cNvPr>
          <p:cNvSpPr/>
          <p:nvPr/>
        </p:nvSpPr>
        <p:spPr>
          <a:xfrm>
            <a:off x="4857135" y="4798142"/>
            <a:ext cx="2448233" cy="6587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396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6CC-C53A-5624-4DCE-D388A682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REMOVE URL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4ADD8-802B-EC66-6809-4FE56CA99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Example:</a:t>
            </a:r>
          </a:p>
          <a:p>
            <a:r>
              <a:rPr lang="en-IN" dirty="0"/>
              <a:t>"Check this product at https://example.com"</a:t>
            </a:r>
          </a:p>
          <a:p>
            <a:r>
              <a:rPr lang="en-IN" dirty="0"/>
              <a:t>After removing URL:</a:t>
            </a:r>
          </a:p>
          <a:p>
            <a:r>
              <a:rPr lang="en-IN" dirty="0"/>
              <a:t>                               "Check this product at“</a:t>
            </a:r>
          </a:p>
          <a:p>
            <a:r>
              <a:rPr lang="en-IN" b="1" dirty="0"/>
              <a:t>HOW?</a:t>
            </a:r>
          </a:p>
          <a:p>
            <a:r>
              <a:rPr lang="en-IN" b="1" dirty="0"/>
              <a:t>Python:</a:t>
            </a:r>
          </a:p>
          <a:p>
            <a:r>
              <a:rPr lang="en-IN" dirty="0"/>
              <a:t>import re</a:t>
            </a:r>
          </a:p>
          <a:p>
            <a:r>
              <a:rPr lang="en-IN" dirty="0"/>
              <a:t>text = "Check this product at </a:t>
            </a:r>
            <a:r>
              <a:rPr lang="en-IN" dirty="0">
                <a:hlinkClick r:id="rId2"/>
              </a:rPr>
              <a:t>https://example.com</a:t>
            </a:r>
            <a:r>
              <a:rPr lang="en-IN" dirty="0"/>
              <a:t>“</a:t>
            </a:r>
          </a:p>
          <a:p>
            <a:r>
              <a:rPr lang="en-IN" dirty="0"/>
              <a:t>text = </a:t>
            </a:r>
            <a:r>
              <a:rPr lang="en-IN" dirty="0" err="1"/>
              <a:t>re.sub</a:t>
            </a:r>
            <a:r>
              <a:rPr lang="en-IN" dirty="0"/>
              <a:t>(</a:t>
            </a:r>
            <a:r>
              <a:rPr lang="en-IN" dirty="0" err="1"/>
              <a:t>r"http</a:t>
            </a:r>
            <a:r>
              <a:rPr lang="en-IN" dirty="0"/>
              <a:t>\S+|www\S+", “ ", text)</a:t>
            </a:r>
          </a:p>
          <a:p>
            <a:r>
              <a:rPr lang="en-IN" dirty="0"/>
              <a:t>print(text)</a:t>
            </a:r>
          </a:p>
          <a:p>
            <a:r>
              <a:rPr lang="en-IN" b="1" dirty="0"/>
              <a:t>But should URLs always be removed?</a:t>
            </a:r>
          </a:p>
          <a:p>
            <a:r>
              <a:rPr lang="en-IN" b="1" dirty="0"/>
              <a:t>       No.</a:t>
            </a:r>
            <a:endParaRPr lang="en-IN" dirty="0"/>
          </a:p>
          <a:p>
            <a:r>
              <a:rPr lang="en-IN" dirty="0"/>
              <a:t>Suppose you're building a system that detects </a:t>
            </a:r>
            <a:r>
              <a:rPr lang="en-IN" b="1" dirty="0"/>
              <a:t>phishing URLs</a:t>
            </a:r>
            <a:r>
              <a:rPr lang="en-IN" dirty="0"/>
              <a:t>.</a:t>
            </a:r>
          </a:p>
          <a:p>
            <a:r>
              <a:rPr lang="en-IN" dirty="0"/>
              <a:t>Then the URL is extremely important.</a:t>
            </a:r>
          </a:p>
          <a:p>
            <a:r>
              <a:rPr lang="en-IN" dirty="0"/>
              <a:t>So cleaning depends on the NLP task.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AC0F1-0961-CB6E-3A34-D165CFD3CF5A}"/>
              </a:ext>
            </a:extLst>
          </p:cNvPr>
          <p:cNvSpPr/>
          <p:nvPr/>
        </p:nvSpPr>
        <p:spPr>
          <a:xfrm>
            <a:off x="422787" y="1719851"/>
            <a:ext cx="4355691" cy="43261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467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4864-63AF-AD90-3F17-F27BB9A4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4.REMOVING  MENTION(@):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8C9C8-FAD7-095D-3641-868A47065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Social media text:</a:t>
            </a:r>
          </a:p>
          <a:p>
            <a:r>
              <a:rPr lang="en-IN" dirty="0"/>
              <a:t>                " </a:t>
            </a:r>
            <a:r>
              <a:rPr lang="en-IN" dirty="0" err="1"/>
              <a:t>This@movie</a:t>
            </a:r>
            <a:r>
              <a:rPr lang="en-IN" dirty="0"/>
              <a:t> is amazing!"</a:t>
            </a:r>
          </a:p>
          <a:p>
            <a:r>
              <a:rPr lang="en-IN" b="1" dirty="0"/>
              <a:t>Possible cleaning:</a:t>
            </a:r>
          </a:p>
          <a:p>
            <a:r>
              <a:rPr lang="en-IN" dirty="0"/>
              <a:t>                "This movie is amazing!“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HOW TO DO?</a:t>
            </a:r>
          </a:p>
          <a:p>
            <a:r>
              <a:rPr lang="en-IN" b="1" dirty="0"/>
              <a:t>Python:</a:t>
            </a:r>
          </a:p>
          <a:p>
            <a:r>
              <a:rPr lang="en-IN" dirty="0" err="1"/>
              <a:t>original_text</a:t>
            </a:r>
            <a:r>
              <a:rPr lang="en-IN" dirty="0"/>
              <a:t>= " </a:t>
            </a:r>
            <a:r>
              <a:rPr lang="en-IN" dirty="0" err="1"/>
              <a:t>This@movie</a:t>
            </a:r>
            <a:r>
              <a:rPr lang="en-IN" dirty="0"/>
              <a:t> is amazing!"</a:t>
            </a:r>
          </a:p>
          <a:p>
            <a:r>
              <a:rPr lang="en-IN" dirty="0" err="1"/>
              <a:t>new_text</a:t>
            </a:r>
            <a:r>
              <a:rPr lang="en-IN" dirty="0"/>
              <a:t> = </a:t>
            </a:r>
            <a:r>
              <a:rPr lang="en-IN" dirty="0" err="1"/>
              <a:t>original_text.replace</a:t>
            </a:r>
            <a:r>
              <a:rPr lang="en-IN" dirty="0"/>
              <a:t>(“@”,” ”)</a:t>
            </a:r>
          </a:p>
          <a:p>
            <a:r>
              <a:rPr lang="en-IN" dirty="0"/>
              <a:t>But again, if the task is </a:t>
            </a:r>
            <a:r>
              <a:rPr lang="en-IN" b="1" dirty="0"/>
              <a:t>user/entity identification</a:t>
            </a:r>
            <a:r>
              <a:rPr lang="en-IN" dirty="0"/>
              <a:t>, the mention may be important.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01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8002-AC77-3058-4858-542A54E246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r>
              <a:rPr lang="en-US" dirty="0"/>
              <a:t>5.</a:t>
            </a:r>
            <a:r>
              <a:rPr lang="en-IN" dirty="0"/>
              <a:t> Remove Punctuation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05913-D746-3704-EC45-5D454AE1E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5405"/>
            <a:ext cx="11826240" cy="589935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IN" b="1" dirty="0"/>
              <a:t>Example:</a:t>
            </a:r>
          </a:p>
          <a:p>
            <a:r>
              <a:rPr lang="en-IN" dirty="0"/>
              <a:t>                         "Hello!!! How are you???"</a:t>
            </a:r>
          </a:p>
          <a:p>
            <a:r>
              <a:rPr lang="en-IN" b="1" dirty="0"/>
              <a:t>Possible output:</a:t>
            </a:r>
          </a:p>
          <a:p>
            <a:r>
              <a:rPr lang="en-IN" dirty="0"/>
              <a:t>                        “</a:t>
            </a:r>
          </a:p>
          <a:p>
            <a:r>
              <a:rPr lang="en-IN" b="1" dirty="0"/>
              <a:t>HOW?</a:t>
            </a:r>
            <a:r>
              <a:rPr lang="en-IN" dirty="0"/>
              <a:t> "Hello How are you</a:t>
            </a:r>
            <a:endParaRPr lang="en-IN" b="1" dirty="0"/>
          </a:p>
          <a:p>
            <a:r>
              <a:rPr lang="en-IN" b="1" dirty="0"/>
              <a:t>Python:</a:t>
            </a:r>
          </a:p>
          <a:p>
            <a:r>
              <a:rPr lang="en-IN" dirty="0"/>
              <a:t>import string</a:t>
            </a:r>
          </a:p>
          <a:p>
            <a:r>
              <a:rPr lang="en-IN" dirty="0"/>
              <a:t>text = "Hello!!! How are you???"</a:t>
            </a:r>
          </a:p>
          <a:p>
            <a:pPr marL="0" indent="0">
              <a:buNone/>
            </a:pPr>
            <a:r>
              <a:rPr lang="en-IN" dirty="0"/>
              <a:t>      text = </a:t>
            </a:r>
            <a:r>
              <a:rPr lang="en-IN" dirty="0" err="1"/>
              <a:t>text.translate</a:t>
            </a:r>
            <a:r>
              <a:rPr lang="en-IN" dirty="0"/>
              <a:t>(</a:t>
            </a:r>
            <a:r>
              <a:rPr lang="en-IN" dirty="0" err="1"/>
              <a:t>str.maketrans</a:t>
            </a:r>
            <a:r>
              <a:rPr lang="en-IN" dirty="0"/>
              <a:t>("“  "", </a:t>
            </a:r>
            <a:r>
              <a:rPr lang="en-IN" dirty="0" err="1"/>
              <a:t>string.punctuation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       print(text)                                                                                                       Hello How are you</a:t>
            </a:r>
          </a:p>
          <a:p>
            <a:r>
              <a:rPr lang="en-IN" b="1" dirty="0"/>
              <a:t>But be careful!</a:t>
            </a:r>
          </a:p>
          <a:p>
            <a:r>
              <a:rPr lang="en-IN" dirty="0"/>
              <a:t>Punctuation can carry meaning.</a:t>
            </a:r>
          </a:p>
          <a:p>
            <a:r>
              <a:rPr lang="en-IN" dirty="0"/>
              <a:t>For example:</a:t>
            </a:r>
          </a:p>
          <a:p>
            <a:r>
              <a:rPr lang="en-IN" dirty="0"/>
              <a:t>"Great!"</a:t>
            </a:r>
          </a:p>
          <a:p>
            <a:r>
              <a:rPr lang="en-IN" dirty="0"/>
              <a:t>"Great..."</a:t>
            </a:r>
          </a:p>
          <a:p>
            <a:r>
              <a:rPr lang="en-IN" dirty="0"/>
              <a:t>"Great?"</a:t>
            </a:r>
          </a:p>
          <a:p>
            <a:r>
              <a:rPr lang="en-IN" dirty="0"/>
              <a:t>They can express different emotions or intentions.</a:t>
            </a:r>
          </a:p>
          <a:p>
            <a:r>
              <a:rPr lang="en-IN" dirty="0"/>
              <a:t>For sentiment analysis, punctuation may be useful.</a:t>
            </a:r>
          </a:p>
          <a:p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5989E5-AD15-AB52-A3DB-E8AE53EA4D36}"/>
              </a:ext>
            </a:extLst>
          </p:cNvPr>
          <p:cNvCxnSpPr/>
          <p:nvPr/>
        </p:nvCxnSpPr>
        <p:spPr>
          <a:xfrm>
            <a:off x="1632157" y="3923072"/>
            <a:ext cx="3067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B1893D9-CDD1-1D31-EE9A-02C78142BA27}"/>
              </a:ext>
            </a:extLst>
          </p:cNvPr>
          <p:cNvSpPr/>
          <p:nvPr/>
        </p:nvSpPr>
        <p:spPr>
          <a:xfrm>
            <a:off x="1288026" y="1003995"/>
            <a:ext cx="2438400" cy="48275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DC360-67C6-08A7-5596-4C68DAD36B79}"/>
              </a:ext>
            </a:extLst>
          </p:cNvPr>
          <p:cNvSpPr/>
          <p:nvPr/>
        </p:nvSpPr>
        <p:spPr>
          <a:xfrm>
            <a:off x="5270090" y="3539612"/>
            <a:ext cx="3529781" cy="53094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26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DB37-C3D9-2E83-0358-FE499397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5"/>
            <a:ext cx="10835640" cy="508867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6.Removing Numbers</a:t>
            </a:r>
            <a:br>
              <a:rPr lang="en-IN" b="1" dirty="0"/>
            </a:br>
            <a:br>
              <a:rPr lang="en-IN" b="1" dirty="0"/>
            </a:br>
            <a:r>
              <a:rPr lang="en-IN" sz="2000" b="1" dirty="0"/>
              <a:t>Number removal</a:t>
            </a:r>
            <a:r>
              <a:rPr lang="en-IN" sz="2000" dirty="0"/>
              <a:t> means deleting numerical values from text when those numbers are not useful for the NLP task.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Example:</a:t>
            </a:r>
            <a:br>
              <a:rPr lang="en-IN" sz="2000" b="1" dirty="0"/>
            </a:br>
            <a:br>
              <a:rPr lang="en-IN" sz="2000" b="1" dirty="0"/>
            </a:br>
            <a:r>
              <a:rPr lang="en-IN" sz="2000" b="1" dirty="0"/>
              <a:t>Original text:</a:t>
            </a:r>
            <a:br>
              <a:rPr lang="en-IN" sz="2000" b="1" dirty="0"/>
            </a:br>
            <a:br>
              <a:rPr lang="en-IN" sz="2000" dirty="0"/>
            </a:br>
            <a:r>
              <a:rPr lang="en-IN" sz="2000" dirty="0"/>
              <a:t>"I bought 3 phones for ₹50000.“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After removing numbers: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"I bought phones for ₹.“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HOW?</a:t>
            </a:r>
            <a:br>
              <a:rPr lang="en-IN" sz="2000" dirty="0"/>
            </a:br>
            <a:r>
              <a:rPr lang="en-IN" sz="2000" dirty="0"/>
              <a:t>Using Python:</a:t>
            </a:r>
            <a:br>
              <a:rPr lang="en-IN" sz="2000" dirty="0"/>
            </a:br>
            <a:r>
              <a:rPr lang="en-IN" sz="2000" dirty="0"/>
              <a:t>import re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text = "I bought 3 phones for ₹50000."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text = </a:t>
            </a:r>
            <a:r>
              <a:rPr lang="en-IN" sz="2000" dirty="0" err="1"/>
              <a:t>re.sub</a:t>
            </a:r>
            <a:r>
              <a:rPr lang="en-IN" sz="2000" dirty="0"/>
              <a:t>(r'\d+', ‘ ', text)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print(text)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5FA6F-4D1E-6241-553B-5B9562CFCF28}"/>
              </a:ext>
            </a:extLst>
          </p:cNvPr>
          <p:cNvSpPr/>
          <p:nvPr/>
        </p:nvSpPr>
        <p:spPr>
          <a:xfrm>
            <a:off x="182881" y="4218039"/>
            <a:ext cx="6375236" cy="23990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177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922A-0838-D26A-2A58-3EA704EE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67148"/>
            <a:ext cx="10835640" cy="481781"/>
          </a:xfrm>
        </p:spPr>
        <p:txBody>
          <a:bodyPr>
            <a:normAutofit/>
          </a:bodyPr>
          <a:lstStyle/>
          <a:p>
            <a:r>
              <a:rPr lang="en-IN" dirty="0"/>
              <a:t>Removing </a:t>
            </a:r>
            <a:r>
              <a:rPr lang="en-IN" dirty="0" err="1"/>
              <a:t>Stopwords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86622-8451-C95D-6FA0-6D51AE19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648929"/>
            <a:ext cx="10939862" cy="6041923"/>
          </a:xfrm>
        </p:spPr>
        <p:txBody>
          <a:bodyPr>
            <a:normAutofit fontScale="25000" lnSpcReduction="20000"/>
          </a:bodyPr>
          <a:lstStyle/>
          <a:p>
            <a:r>
              <a:rPr lang="en-IN" sz="6400" b="1" dirty="0" err="1"/>
              <a:t>Stopwords</a:t>
            </a:r>
            <a:r>
              <a:rPr lang="en-IN" sz="6400" dirty="0"/>
              <a:t> are very common words that often contribute little information to certain NLP tasks.</a:t>
            </a:r>
          </a:p>
          <a:p>
            <a:r>
              <a:rPr lang="en-IN" sz="6400" dirty="0"/>
              <a:t>LIKE: </a:t>
            </a:r>
            <a:r>
              <a:rPr lang="en-IN" sz="6400" dirty="0" err="1"/>
              <a:t>the,is</a:t>
            </a:r>
            <a:r>
              <a:rPr lang="en-IN" sz="6400" dirty="0"/>
              <a:t>, are , am </a:t>
            </a:r>
          </a:p>
          <a:p>
            <a:r>
              <a:rPr lang="en-IN" sz="6400" b="1" dirty="0"/>
              <a:t>Example</a:t>
            </a:r>
          </a:p>
          <a:p>
            <a:r>
              <a:rPr lang="en-IN" sz="6400" dirty="0"/>
              <a:t>Original:</a:t>
            </a:r>
          </a:p>
          <a:p>
            <a:r>
              <a:rPr lang="en-IN" sz="6400" dirty="0"/>
              <a:t>                        "The boy is playing in the park."</a:t>
            </a:r>
          </a:p>
          <a:p>
            <a:r>
              <a:rPr lang="en-IN" sz="6400" dirty="0"/>
              <a:t>After removing </a:t>
            </a:r>
            <a:r>
              <a:rPr lang="en-IN" sz="6400" dirty="0" err="1"/>
              <a:t>stopwords</a:t>
            </a:r>
            <a:r>
              <a:rPr lang="en-IN" sz="6400" dirty="0"/>
              <a:t>:</a:t>
            </a:r>
          </a:p>
          <a:p>
            <a:r>
              <a:rPr lang="en-IN" sz="6400" dirty="0"/>
              <a:t>                           "boy playing park“</a:t>
            </a:r>
          </a:p>
          <a:p>
            <a:r>
              <a:rPr lang="en-IN" sz="6400" b="1" dirty="0"/>
              <a:t>How?</a:t>
            </a:r>
          </a:p>
          <a:p>
            <a:r>
              <a:rPr lang="en-IN" sz="6400" b="1" dirty="0"/>
              <a:t>Using NLTK                                                                                                                          </a:t>
            </a:r>
          </a:p>
          <a:p>
            <a:r>
              <a:rPr lang="en-IN" sz="6400" dirty="0"/>
              <a:t>import </a:t>
            </a:r>
            <a:r>
              <a:rPr lang="en-IN" sz="6400" dirty="0" err="1"/>
              <a:t>nltk</a:t>
            </a:r>
            <a:r>
              <a:rPr lang="en-IN" sz="6400" dirty="0"/>
              <a:t>                                                                                                </a:t>
            </a:r>
          </a:p>
          <a:p>
            <a:r>
              <a:rPr lang="en-IN" sz="6400" dirty="0"/>
              <a:t>from </a:t>
            </a:r>
            <a:r>
              <a:rPr lang="en-IN" sz="6400" dirty="0" err="1"/>
              <a:t>nltk.corpus</a:t>
            </a:r>
            <a:r>
              <a:rPr lang="en-IN" sz="6400" dirty="0"/>
              <a:t> import </a:t>
            </a:r>
            <a:r>
              <a:rPr lang="en-IN" sz="6400" dirty="0" err="1"/>
              <a:t>stopwords</a:t>
            </a:r>
            <a:endParaRPr lang="en-IN" sz="6400" dirty="0"/>
          </a:p>
          <a:p>
            <a:r>
              <a:rPr lang="en-IN" sz="6400" dirty="0" err="1"/>
              <a:t>nltk.download</a:t>
            </a:r>
            <a:r>
              <a:rPr lang="en-IN" sz="6400" dirty="0"/>
              <a:t>('</a:t>
            </a:r>
            <a:r>
              <a:rPr lang="en-IN" sz="6400" dirty="0" err="1"/>
              <a:t>stopwords</a:t>
            </a:r>
            <a:r>
              <a:rPr lang="en-IN" sz="6400" dirty="0"/>
              <a:t>’)</a:t>
            </a:r>
          </a:p>
          <a:p>
            <a:r>
              <a:rPr lang="en-IN" sz="6400" dirty="0" err="1"/>
              <a:t>stop_words</a:t>
            </a:r>
            <a:r>
              <a:rPr lang="en-IN" sz="6400" dirty="0"/>
              <a:t> = set(</a:t>
            </a:r>
            <a:r>
              <a:rPr lang="en-IN" sz="6400" dirty="0" err="1"/>
              <a:t>stopwords.words</a:t>
            </a:r>
            <a:r>
              <a:rPr lang="en-IN" sz="6400" dirty="0"/>
              <a:t>('</a:t>
            </a:r>
            <a:r>
              <a:rPr lang="en-IN" sz="6400" dirty="0" err="1"/>
              <a:t>english</a:t>
            </a:r>
            <a:r>
              <a:rPr lang="en-IN" sz="6400" dirty="0"/>
              <a:t>’))</a:t>
            </a:r>
          </a:p>
          <a:p>
            <a:r>
              <a:rPr lang="en-IN" sz="6400" dirty="0"/>
              <a:t>text = "The boy is playing in the park.“</a:t>
            </a:r>
          </a:p>
          <a:p>
            <a:r>
              <a:rPr lang="en-IN" sz="6400" dirty="0"/>
              <a:t>words = </a:t>
            </a:r>
            <a:r>
              <a:rPr lang="en-IN" sz="6400" dirty="0" err="1"/>
              <a:t>text.split</a:t>
            </a:r>
            <a:r>
              <a:rPr lang="en-IN" sz="6400" dirty="0"/>
              <a:t>()</a:t>
            </a:r>
          </a:p>
          <a:p>
            <a:pPr marL="0" indent="0">
              <a:buNone/>
            </a:pPr>
            <a:r>
              <a:rPr lang="en-IN" sz="6400" dirty="0"/>
              <a:t>      </a:t>
            </a:r>
            <a:r>
              <a:rPr lang="en-IN" sz="6400" dirty="0" err="1"/>
              <a:t>filtered_words</a:t>
            </a:r>
            <a:r>
              <a:rPr lang="en-IN" sz="6400" dirty="0"/>
              <a:t> = [word for word in words if </a:t>
            </a:r>
            <a:r>
              <a:rPr lang="en-IN" sz="6400" dirty="0" err="1"/>
              <a:t>word.lower</a:t>
            </a:r>
            <a:r>
              <a:rPr lang="en-IN" sz="6400" dirty="0"/>
              <a:t>() not in </a:t>
            </a:r>
            <a:r>
              <a:rPr lang="en-IN" sz="6400" dirty="0" err="1"/>
              <a:t>stop_words</a:t>
            </a:r>
            <a:r>
              <a:rPr lang="en-IN" sz="6400" dirty="0"/>
              <a:t>]</a:t>
            </a:r>
          </a:p>
          <a:p>
            <a:pPr marL="0" indent="0">
              <a:buNone/>
            </a:pPr>
            <a:r>
              <a:rPr lang="en-IN" sz="6400" dirty="0"/>
              <a:t>print(</a:t>
            </a:r>
            <a:r>
              <a:rPr lang="en-IN" sz="6400" dirty="0" err="1"/>
              <a:t>filtered_words</a:t>
            </a:r>
            <a:r>
              <a:rPr lang="en-IN" sz="6400" dirty="0"/>
              <a:t>)</a:t>
            </a:r>
          </a:p>
          <a:p>
            <a:pPr marL="0" indent="0">
              <a:buNone/>
            </a:pPr>
            <a:endParaRPr lang="en-IN" sz="6400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840D8-A23E-B4F9-1A93-D3591929CE20}"/>
              </a:ext>
            </a:extLst>
          </p:cNvPr>
          <p:cNvSpPr/>
          <p:nvPr/>
        </p:nvSpPr>
        <p:spPr>
          <a:xfrm>
            <a:off x="7541342" y="3657600"/>
            <a:ext cx="2762864" cy="16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Output:</a:t>
            </a:r>
          </a:p>
          <a:p>
            <a:r>
              <a:rPr lang="en-IN"/>
              <a:t>['boy', 'playing', 'park']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00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7C43-0703-7622-ED50-37388610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EMAILS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ED48E-720F-7C2A-FCF4-527CFBC6D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76748"/>
            <a:ext cx="10835640" cy="5861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Original</a:t>
            </a:r>
          </a:p>
          <a:p>
            <a:r>
              <a:rPr lang="en-IN" dirty="0"/>
              <a:t>                "Contact me at </a:t>
            </a:r>
            <a:r>
              <a:rPr lang="en-IN" dirty="0">
                <a:hlinkClick r:id="rId2"/>
              </a:rPr>
              <a:t>sam@example.com</a:t>
            </a:r>
            <a:r>
              <a:rPr lang="en-IN" dirty="0"/>
              <a:t>"</a:t>
            </a:r>
          </a:p>
          <a:p>
            <a:pPr marL="0" indent="0">
              <a:buNone/>
            </a:pPr>
            <a:r>
              <a:rPr lang="en-IN" dirty="0"/>
              <a:t>     After removing email:</a:t>
            </a:r>
          </a:p>
          <a:p>
            <a:r>
              <a:rPr lang="en-IN" dirty="0"/>
              <a:t>                "Contact me at"</a:t>
            </a:r>
          </a:p>
          <a:p>
            <a:r>
              <a:rPr lang="en-IN" b="1" dirty="0"/>
              <a:t>Python</a:t>
            </a:r>
          </a:p>
          <a:p>
            <a:r>
              <a:rPr lang="en-IN" dirty="0"/>
              <a:t>import re</a:t>
            </a:r>
          </a:p>
          <a:p>
            <a:r>
              <a:rPr lang="en-IN" dirty="0"/>
              <a:t>text = "Contact me at </a:t>
            </a:r>
            <a:r>
              <a:rPr lang="en-IN" dirty="0">
                <a:hlinkClick r:id="rId2"/>
              </a:rPr>
              <a:t>sam@example.com</a:t>
            </a:r>
            <a:r>
              <a:rPr lang="en-IN" dirty="0"/>
              <a:t>“</a:t>
            </a:r>
          </a:p>
          <a:p>
            <a:r>
              <a:rPr lang="en-IN" dirty="0"/>
              <a:t>text = </a:t>
            </a:r>
            <a:r>
              <a:rPr lang="en-IN" dirty="0" err="1"/>
              <a:t>re.sub</a:t>
            </a:r>
            <a:r>
              <a:rPr lang="en-IN" dirty="0"/>
              <a:t>(r'\S+@\S+', ‘ ', text)</a:t>
            </a:r>
          </a:p>
          <a:p>
            <a:r>
              <a:rPr lang="en-IN" dirty="0"/>
              <a:t>print(text)</a:t>
            </a:r>
          </a:p>
          <a:p>
            <a:r>
              <a:rPr lang="en-IN" dirty="0"/>
              <a:t>Output:</a:t>
            </a:r>
          </a:p>
          <a:p>
            <a:r>
              <a:rPr lang="en-IN" dirty="0"/>
              <a:t>Contact me at</a:t>
            </a:r>
          </a:p>
          <a:p>
            <a:r>
              <a:rPr lang="en-IN" b="1" dirty="0"/>
              <a:t>Why remove emails?</a:t>
            </a:r>
          </a:p>
          <a:p>
            <a:r>
              <a:rPr lang="en-IN" dirty="0"/>
              <a:t>Email addresses are often:</a:t>
            </a:r>
          </a:p>
          <a:p>
            <a:pPr lvl="0"/>
            <a:r>
              <a:rPr lang="en-IN" dirty="0"/>
              <a:t>Personally identifying ,Unique to individual users ,Not useful for general text classification </a:t>
            </a:r>
          </a:p>
          <a:p>
            <a:r>
              <a:rPr lang="en-IN" dirty="0"/>
              <a:t>For privacy-sensitive datasets, they are often removed or anonymized.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95F35-F8F5-3005-41E5-F6BA8A6632D5}"/>
              </a:ext>
            </a:extLst>
          </p:cNvPr>
          <p:cNvSpPr/>
          <p:nvPr/>
        </p:nvSpPr>
        <p:spPr>
          <a:xfrm>
            <a:off x="530942" y="2654710"/>
            <a:ext cx="4060723" cy="117003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45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3DAD-C019-305E-94FC-17CBE485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439305"/>
          </a:xfrm>
        </p:spPr>
        <p:txBody>
          <a:bodyPr>
            <a:normAutofit fontScale="90000"/>
          </a:bodyPr>
          <a:lstStyle/>
          <a:p>
            <a:r>
              <a:rPr lang="en-IN" dirty="0"/>
              <a:t>Removing Emojis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1D6BA-4DB5-4ADF-74BE-14F94EC5C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589935"/>
            <a:ext cx="10835640" cy="6145162"/>
          </a:xfrm>
        </p:spPr>
        <p:txBody>
          <a:bodyPr>
            <a:normAutofit/>
          </a:bodyPr>
          <a:lstStyle/>
          <a:p>
            <a:r>
              <a:rPr lang="en-IN" dirty="0"/>
              <a:t>Example:</a:t>
            </a:r>
          </a:p>
          <a:p>
            <a:r>
              <a:rPr lang="en-IN" dirty="0"/>
              <a:t>                "This movie is amazing 😍❤️🔥"</a:t>
            </a:r>
          </a:p>
          <a:p>
            <a:r>
              <a:rPr lang="en-IN" dirty="0"/>
              <a:t>After removing emojis:</a:t>
            </a:r>
          </a:p>
          <a:p>
            <a:r>
              <a:rPr lang="en-IN" dirty="0"/>
              <a:t>                   "This movie is amazing"</a:t>
            </a:r>
          </a:p>
          <a:p>
            <a:r>
              <a:rPr lang="en-IN" b="1" dirty="0"/>
              <a:t>Python</a:t>
            </a:r>
          </a:p>
          <a:p>
            <a:r>
              <a:rPr lang="en-IN" dirty="0"/>
              <a:t>import emoji</a:t>
            </a:r>
          </a:p>
          <a:p>
            <a:r>
              <a:rPr lang="en-IN" dirty="0"/>
              <a:t> text = "I love this product 😍❤️🔥“</a:t>
            </a:r>
          </a:p>
          <a:p>
            <a:r>
              <a:rPr lang="en-IN" dirty="0"/>
              <a:t> </a:t>
            </a:r>
            <a:r>
              <a:rPr lang="en-IN" dirty="0" err="1"/>
              <a:t>clean_text</a:t>
            </a:r>
            <a:r>
              <a:rPr lang="en-IN" dirty="0"/>
              <a:t> = </a:t>
            </a:r>
            <a:r>
              <a:rPr lang="en-IN" dirty="0" err="1"/>
              <a:t>emoji.replace_emoji</a:t>
            </a:r>
            <a:r>
              <a:rPr lang="en-IN" dirty="0"/>
              <a:t>(text, replace=‘ ’)</a:t>
            </a:r>
          </a:p>
          <a:p>
            <a:r>
              <a:rPr lang="en-IN" dirty="0"/>
              <a:t> print(</a:t>
            </a:r>
            <a:r>
              <a:rPr lang="en-IN" dirty="0" err="1"/>
              <a:t>clean_text</a:t>
            </a:r>
            <a:r>
              <a:rPr lang="en-IN" dirty="0"/>
              <a:t>)</a:t>
            </a:r>
          </a:p>
          <a:p>
            <a:r>
              <a:rPr lang="en-IN" b="1" dirty="0"/>
              <a:t>⚠️ But emojis can carry meaning!</a:t>
            </a:r>
          </a:p>
          <a:p>
            <a:r>
              <a:rPr lang="en-IN" dirty="0"/>
              <a:t>For sentiment analysis:</a:t>
            </a:r>
          </a:p>
          <a:p>
            <a:r>
              <a:rPr lang="en-IN" dirty="0"/>
              <a:t>😍 → positive</a:t>
            </a:r>
          </a:p>
          <a:p>
            <a:r>
              <a:rPr lang="en-IN" dirty="0"/>
              <a:t>❤️ → positive</a:t>
            </a:r>
          </a:p>
          <a:p>
            <a:r>
              <a:rPr lang="en-IN" dirty="0"/>
              <a:t>😡 → negative</a:t>
            </a:r>
          </a:p>
          <a:p>
            <a:r>
              <a:rPr lang="en-IN" dirty="0"/>
              <a:t>😢 → negative</a:t>
            </a:r>
          </a:p>
          <a:p>
            <a:r>
              <a:rPr lang="en-IN" dirty="0"/>
              <a:t>So instead of removing emojis, we can </a:t>
            </a:r>
            <a:r>
              <a:rPr lang="en-IN" b="1" dirty="0"/>
              <a:t>convert them into text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869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E6C5-A854-AE16-4C7B-EE0F76B4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67125"/>
          </a:xfrm>
        </p:spPr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480A-E85E-AFA3-DF3B-5D84CB73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108" y="875072"/>
            <a:ext cx="10835640" cy="5337813"/>
          </a:xfrm>
        </p:spPr>
        <p:txBody>
          <a:bodyPr/>
          <a:lstStyle/>
          <a:p>
            <a:r>
              <a:rPr lang="en-IN" sz="1600" b="1" dirty="0"/>
              <a:t>Tokenization</a:t>
            </a:r>
            <a:r>
              <a:rPr lang="en-IN" sz="1600" dirty="0"/>
              <a:t> is the process of breaking text into smaller units called </a:t>
            </a:r>
            <a:r>
              <a:rPr lang="en-IN" sz="1600" b="1" dirty="0"/>
              <a:t>tokens</a:t>
            </a:r>
            <a:r>
              <a:rPr lang="en-IN" sz="1600" dirty="0"/>
              <a:t>.</a:t>
            </a:r>
          </a:p>
          <a:p>
            <a:r>
              <a:rPr lang="en-IN" dirty="0"/>
              <a:t>Think of tokenization as how you would split a sentence when you are reading — you naturally group letters into words, words into phrases. Tokenization teaches a computer to do the same thing.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b="1" dirty="0"/>
              <a:t>WHY  WE NEED THIS 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MODEL CAN NOT PROCESSD THE ALL TEXT AT ONCE,  SO WE NEED TO SPLIT THEM IN TOKENS.</a:t>
            </a:r>
          </a:p>
          <a:p>
            <a:r>
              <a:rPr lang="en-IN" sz="1600" b="1" dirty="0"/>
              <a:t>Simple Example</a:t>
            </a:r>
          </a:p>
          <a:p>
            <a:r>
              <a:rPr lang="en-IN" sz="1600" dirty="0"/>
              <a:t>Input:</a:t>
            </a:r>
          </a:p>
          <a:p>
            <a:r>
              <a:rPr lang="en-IN" sz="1600" dirty="0">
                <a:solidFill>
                  <a:srgbClr val="00B050"/>
                </a:solidFill>
              </a:rPr>
              <a:t>"I love Natural Language Processing."</a:t>
            </a:r>
          </a:p>
          <a:p>
            <a:r>
              <a:rPr lang="en-IN" sz="1600" dirty="0"/>
              <a:t>After word tokenization:</a:t>
            </a:r>
          </a:p>
          <a:p>
            <a:r>
              <a:rPr lang="en-IN" sz="1600" dirty="0">
                <a:solidFill>
                  <a:srgbClr val="0070C0"/>
                </a:solidFill>
              </a:rPr>
              <a:t>["I", "love", "Natural", "Language", "Processing", "."]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110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CF9C-CBD6-10F0-39BA-CA2500AF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587F-26D3-3C0E-C85B-2D08368FD54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IN" sz="2000" b="1" dirty="0"/>
              <a:t>1. Sentence Tokenization: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Breaks a paragraph into </a:t>
            </a:r>
            <a:r>
              <a:rPr lang="en-IN" b="1" dirty="0"/>
              <a:t>sentences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IMPLEMENTATION:</a:t>
            </a:r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nltk.tokenize</a:t>
            </a:r>
            <a:r>
              <a:rPr lang="en-US" dirty="0"/>
              <a:t> import </a:t>
            </a:r>
            <a:r>
              <a:rPr lang="en-US" dirty="0" err="1"/>
              <a:t>sent_tokenize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text = "I love NLP. NLP is interesting. I am learning NLP ."</a:t>
            </a:r>
          </a:p>
          <a:p>
            <a:pPr marL="0" indent="0">
              <a:buNone/>
            </a:pPr>
            <a:r>
              <a:rPr lang="en-US" dirty="0"/>
              <a:t>         print(</a:t>
            </a:r>
            <a:r>
              <a:rPr lang="en-US" dirty="0" err="1"/>
              <a:t>sent_tokenize</a:t>
            </a:r>
            <a:r>
              <a:rPr lang="en-US" dirty="0"/>
              <a:t>(text))</a:t>
            </a:r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9CC2D9-0808-701B-EF3B-2C5EA0EA8A2C}"/>
              </a:ext>
            </a:extLst>
          </p:cNvPr>
          <p:cNvSpPr/>
          <p:nvPr/>
        </p:nvSpPr>
        <p:spPr>
          <a:xfrm>
            <a:off x="182880" y="2782529"/>
            <a:ext cx="5274023" cy="150433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0EF135-D356-57D8-7004-6F4B6491920F}"/>
              </a:ext>
            </a:extLst>
          </p:cNvPr>
          <p:cNvCxnSpPr/>
          <p:nvPr/>
        </p:nvCxnSpPr>
        <p:spPr>
          <a:xfrm>
            <a:off x="2979174" y="3765755"/>
            <a:ext cx="27530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E9E1D5-8919-8B0B-F422-AE0114E03E34}"/>
              </a:ext>
            </a:extLst>
          </p:cNvPr>
          <p:cNvSpPr/>
          <p:nvPr/>
        </p:nvSpPr>
        <p:spPr>
          <a:xfrm>
            <a:off x="6243485" y="3342968"/>
            <a:ext cx="4434348" cy="18189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/>
              <a:t>[</a:t>
            </a:r>
          </a:p>
          <a:p>
            <a:pPr algn="just"/>
            <a:r>
              <a:rPr lang="en-US" dirty="0"/>
              <a:t>"I love NLP.",</a:t>
            </a:r>
          </a:p>
          <a:p>
            <a:pPr algn="just"/>
            <a:r>
              <a:rPr lang="en-US" dirty="0"/>
              <a:t>    "NLP is interesting.",</a:t>
            </a:r>
          </a:p>
          <a:p>
            <a:pPr algn="just"/>
            <a:r>
              <a:rPr lang="en-US" dirty="0"/>
              <a:t>    "I am learning NLP."</a:t>
            </a:r>
          </a:p>
          <a:p>
            <a:pPr algn="just"/>
            <a:r>
              <a:rPr lang="en-US" dirty="0"/>
              <a:t>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767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772B-90E0-216E-6114-4E796309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Word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F365-DD24-0ED4-7769-F8F9F2928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57084"/>
            <a:ext cx="10835640" cy="5514794"/>
          </a:xfrm>
        </p:spPr>
        <p:txBody>
          <a:bodyPr/>
          <a:lstStyle/>
          <a:p>
            <a:r>
              <a:rPr lang="en-IN" dirty="0"/>
              <a:t>Breaks a sentence into </a:t>
            </a:r>
            <a:r>
              <a:rPr lang="en-IN" b="1" dirty="0"/>
              <a:t>individual words/tokens</a:t>
            </a:r>
            <a:r>
              <a:rPr lang="en-IN" dirty="0"/>
              <a:t>.</a:t>
            </a:r>
          </a:p>
          <a:p>
            <a:r>
              <a:rPr lang="en-IN" sz="1800" b="1" dirty="0"/>
              <a:t>HOW?</a:t>
            </a:r>
          </a:p>
          <a:p>
            <a:r>
              <a:rPr lang="en-US" sz="1600" dirty="0"/>
              <a:t>from </a:t>
            </a:r>
            <a:r>
              <a:rPr lang="en-US" sz="1600" dirty="0" err="1"/>
              <a:t>nltk.tokenize</a:t>
            </a:r>
            <a:r>
              <a:rPr lang="en-US" sz="1600" dirty="0"/>
              <a:t> import </a:t>
            </a:r>
            <a:r>
              <a:rPr lang="en-US" sz="1600" dirty="0" err="1"/>
              <a:t>word_tokenize</a:t>
            </a:r>
            <a:endParaRPr lang="en-US" sz="1600" dirty="0"/>
          </a:p>
          <a:p>
            <a:r>
              <a:rPr lang="en-US" sz="1600" dirty="0"/>
              <a:t>text = "</a:t>
            </a:r>
            <a:r>
              <a:rPr lang="en-US" sz="1600" dirty="0">
                <a:solidFill>
                  <a:srgbClr val="0070C0"/>
                </a:solidFill>
              </a:rPr>
              <a:t>I love NLP</a:t>
            </a:r>
            <a:r>
              <a:rPr lang="en-US" sz="1600" dirty="0"/>
              <a:t>.“</a:t>
            </a:r>
          </a:p>
          <a:p>
            <a:r>
              <a:rPr lang="en-US" sz="1600" dirty="0"/>
              <a:t>print(</a:t>
            </a:r>
            <a:r>
              <a:rPr lang="en-US" sz="1600" dirty="0" err="1"/>
              <a:t>word_tokenize</a:t>
            </a:r>
            <a:r>
              <a:rPr lang="en-US" sz="1600" dirty="0"/>
              <a:t>(text))</a:t>
            </a:r>
            <a:endParaRPr lang="en-IN" sz="16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E8A9FEB-AE43-C444-B7E5-EC7599E6A726}"/>
              </a:ext>
            </a:extLst>
          </p:cNvPr>
          <p:cNvCxnSpPr/>
          <p:nvPr/>
        </p:nvCxnSpPr>
        <p:spPr>
          <a:xfrm>
            <a:off x="3264310" y="2595716"/>
            <a:ext cx="1622322" cy="141584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33CC71-28D5-83D2-2183-B471312DF6B9}"/>
              </a:ext>
            </a:extLst>
          </p:cNvPr>
          <p:cNvSpPr/>
          <p:nvPr/>
        </p:nvSpPr>
        <p:spPr>
          <a:xfrm>
            <a:off x="5201266" y="3274142"/>
            <a:ext cx="5240592" cy="18091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["I", "love", "NLP"]</a:t>
            </a:r>
          </a:p>
        </p:txBody>
      </p:sp>
    </p:spTree>
    <p:extLst>
      <p:ext uri="{BB962C8B-B14F-4D97-AF65-F5344CB8AC3E}">
        <p14:creationId xmlns:p14="http://schemas.microsoft.com/office/powerpoint/2010/main" val="2561579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61AC-6B01-FD40-6D19-F6C8B535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Character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8DD41-91E9-1CEE-D91A-5DF550AB4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Breaks text into </a:t>
            </a:r>
            <a:r>
              <a:rPr lang="en-IN" b="1" dirty="0"/>
              <a:t>individual characters</a:t>
            </a:r>
            <a:r>
              <a:rPr lang="en-IN" dirty="0"/>
              <a:t>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1800" b="1" dirty="0"/>
              <a:t>HOW?</a:t>
            </a:r>
          </a:p>
          <a:p>
            <a:r>
              <a:rPr lang="en-IN" dirty="0"/>
              <a:t>text = "hello“</a:t>
            </a:r>
          </a:p>
          <a:p>
            <a:r>
              <a:rPr lang="en-IN" dirty="0"/>
              <a:t>tokens = list(text)</a:t>
            </a:r>
          </a:p>
          <a:p>
            <a:r>
              <a:rPr lang="en-IN" dirty="0"/>
              <a:t>print(tokens)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3861F1-C8BF-36CE-95F6-1C23C52A8DC9}"/>
              </a:ext>
            </a:extLst>
          </p:cNvPr>
          <p:cNvCxnSpPr/>
          <p:nvPr/>
        </p:nvCxnSpPr>
        <p:spPr>
          <a:xfrm>
            <a:off x="1799303" y="3429000"/>
            <a:ext cx="32643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C1A02B-8826-233B-3220-E881B2832746}"/>
              </a:ext>
            </a:extLst>
          </p:cNvPr>
          <p:cNvSpPr/>
          <p:nvPr/>
        </p:nvSpPr>
        <p:spPr>
          <a:xfrm>
            <a:off x="5506065" y="2802202"/>
            <a:ext cx="4326193" cy="1337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['h', 'e', 'l', 'l', 'o']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339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05BE-0312-5C52-C1E5-C97C7D4D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</a:t>
            </a:r>
            <a:r>
              <a:rPr lang="en-IN" dirty="0" err="1"/>
              <a:t>Subword</a:t>
            </a:r>
            <a:r>
              <a:rPr lang="en-IN" dirty="0"/>
              <a:t>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A2D64-121A-E1F2-B10A-853D5E9D4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04568"/>
            <a:ext cx="10835640" cy="5367310"/>
          </a:xfrm>
        </p:spPr>
        <p:txBody>
          <a:bodyPr/>
          <a:lstStyle/>
          <a:p>
            <a:r>
              <a:rPr lang="en-IN" dirty="0"/>
              <a:t>Instead of treating every complete word as a token, a word can be divided into </a:t>
            </a:r>
            <a:r>
              <a:rPr lang="en-IN" b="1" dirty="0"/>
              <a:t>smaller meaningful pieces</a:t>
            </a:r>
            <a:r>
              <a:rPr lang="en-IN" dirty="0"/>
              <a:t>.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WORD="</a:t>
            </a:r>
            <a:r>
              <a:rPr lang="en-IN" dirty="0">
                <a:solidFill>
                  <a:srgbClr val="0070C0"/>
                </a:solidFill>
              </a:rPr>
              <a:t>unhappiness“                                                          ["un", "happiness"]    </a:t>
            </a:r>
          </a:p>
          <a:p>
            <a:r>
              <a:rPr lang="en-IN" b="1" dirty="0"/>
              <a:t>Why use </a:t>
            </a:r>
            <a:r>
              <a:rPr lang="en-IN" b="1" dirty="0" err="1"/>
              <a:t>subwords</a:t>
            </a:r>
            <a:r>
              <a:rPr lang="en-IN" b="1" dirty="0"/>
              <a:t>?</a:t>
            </a:r>
          </a:p>
          <a:p>
            <a:r>
              <a:rPr lang="en-IN" dirty="0"/>
              <a:t>Suppose the model knows:</a:t>
            </a:r>
          </a:p>
          <a:p>
            <a:r>
              <a:rPr lang="en-IN" dirty="0">
                <a:solidFill>
                  <a:srgbClr val="0070C0"/>
                </a:solidFill>
              </a:rPr>
              <a:t>play</a:t>
            </a:r>
          </a:p>
          <a:p>
            <a:r>
              <a:rPr lang="en-IN" dirty="0">
                <a:solidFill>
                  <a:srgbClr val="0070C0"/>
                </a:solidFill>
              </a:rPr>
              <a:t>playing</a:t>
            </a:r>
          </a:p>
          <a:p>
            <a:r>
              <a:rPr lang="en-IN" dirty="0">
                <a:solidFill>
                  <a:srgbClr val="0070C0"/>
                </a:solidFill>
              </a:rPr>
              <a:t>played</a:t>
            </a:r>
          </a:p>
          <a:p>
            <a:r>
              <a:rPr lang="en-IN" dirty="0">
                <a:solidFill>
                  <a:srgbClr val="0070C0"/>
                </a:solidFill>
              </a:rPr>
              <a:t>Player</a:t>
            </a:r>
          </a:p>
          <a:p>
            <a:r>
              <a:rPr lang="en-IN" dirty="0"/>
              <a:t>Instead of storing every possible word separately, it can reuse common </a:t>
            </a:r>
            <a:r>
              <a:rPr lang="en-IN" dirty="0" err="1"/>
              <a:t>subword</a:t>
            </a:r>
            <a:r>
              <a:rPr lang="en-IN" dirty="0"/>
              <a:t> pieces.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3245CA-EBCE-3C72-83B4-498B0555A709}"/>
              </a:ext>
            </a:extLst>
          </p:cNvPr>
          <p:cNvCxnSpPr/>
          <p:nvPr/>
        </p:nvCxnSpPr>
        <p:spPr>
          <a:xfrm>
            <a:off x="2743199" y="1818968"/>
            <a:ext cx="2231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902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01AB0-9722-D191-8984-F8B65C00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BPE — Byte Pair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ACC2A-88B5-DDE1-F69F-AA766688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45574"/>
            <a:ext cx="10835640" cy="5426304"/>
          </a:xfrm>
        </p:spPr>
        <p:txBody>
          <a:bodyPr>
            <a:normAutofit fontScale="32500" lnSpcReduction="20000"/>
          </a:bodyPr>
          <a:lstStyle/>
          <a:p>
            <a:r>
              <a:rPr lang="en-IN" sz="4300" dirty="0"/>
              <a:t>Start with small units and repeatedly merge the most frequent pair of units to create larger </a:t>
            </a:r>
            <a:r>
              <a:rPr lang="en-IN" sz="4300" dirty="0" err="1"/>
              <a:t>subword</a:t>
            </a:r>
            <a:r>
              <a:rPr lang="en-IN" sz="4300" dirty="0"/>
              <a:t> tokens.  It helps a model handle both </a:t>
            </a:r>
            <a:r>
              <a:rPr lang="en-IN" sz="4300" b="1" dirty="0"/>
              <a:t>common words and rare/unseen words</a:t>
            </a:r>
            <a:r>
              <a:rPr lang="en-IN" sz="4300" dirty="0"/>
              <a:t>.</a:t>
            </a:r>
          </a:p>
          <a:p>
            <a:r>
              <a:rPr lang="en-IN" sz="6400" b="1" dirty="0"/>
              <a:t>HOW IT WORKS?</a:t>
            </a:r>
          </a:p>
          <a:p>
            <a:r>
              <a:rPr lang="en-IN" sz="5600" dirty="0"/>
              <a:t>Suppose our training data contains</a:t>
            </a:r>
            <a:r>
              <a:rPr lang="en-IN" sz="5600" dirty="0">
                <a:solidFill>
                  <a:srgbClr val="FF0000"/>
                </a:solidFill>
              </a:rPr>
              <a:t>:  low, lower,  lowest</a:t>
            </a:r>
          </a:p>
          <a:p>
            <a:r>
              <a:rPr lang="en-IN" sz="5600" dirty="0"/>
              <a:t>Initially, we can represent words as individual characters:</a:t>
            </a:r>
          </a:p>
          <a:p>
            <a:r>
              <a:rPr lang="en-IN" dirty="0">
                <a:solidFill>
                  <a:srgbClr val="00B0F0"/>
                </a:solidFill>
              </a:rPr>
              <a:t> </a:t>
            </a:r>
            <a:r>
              <a:rPr lang="en-IN" sz="5600" dirty="0">
                <a:solidFill>
                  <a:srgbClr val="00B0F0"/>
                </a:solidFill>
              </a:rPr>
              <a:t>l o w    l o w e r    l o w e s t</a:t>
            </a:r>
          </a:p>
          <a:p>
            <a:r>
              <a:rPr lang="en-IN" sz="4800" dirty="0"/>
              <a:t>BPE looks for </a:t>
            </a:r>
            <a:r>
              <a:rPr lang="en-IN" sz="4800" b="1" dirty="0"/>
              <a:t>frequently occurring adjacent pairs</a:t>
            </a:r>
            <a:r>
              <a:rPr lang="en-IN" sz="4800" dirty="0"/>
              <a:t>.</a:t>
            </a:r>
          </a:p>
          <a:p>
            <a:r>
              <a:rPr lang="en-IN" sz="4800" dirty="0"/>
              <a:t>For example</a:t>
            </a:r>
            <a:r>
              <a:rPr lang="en-IN" sz="4800" dirty="0">
                <a:solidFill>
                  <a:srgbClr val="C00000"/>
                </a:solidFill>
              </a:rPr>
              <a:t>:  l + o  </a:t>
            </a:r>
          </a:p>
          <a:p>
            <a:r>
              <a:rPr lang="en-IN" sz="4800" dirty="0"/>
              <a:t>If lo is a frequent pair, merge it</a:t>
            </a:r>
            <a:r>
              <a:rPr lang="en-IN" sz="4800" dirty="0">
                <a:solidFill>
                  <a:srgbClr val="00B050"/>
                </a:solidFill>
              </a:rPr>
              <a:t>:  </a:t>
            </a:r>
            <a:r>
              <a:rPr lang="en-IN" sz="4800" b="1" dirty="0">
                <a:solidFill>
                  <a:srgbClr val="00B050"/>
                </a:solidFill>
              </a:rPr>
              <a:t>lo w    lo w e r     lo w e s t</a:t>
            </a:r>
          </a:p>
          <a:p>
            <a:r>
              <a:rPr lang="en-IN" sz="5600" dirty="0"/>
              <a:t>Then perhaps:</a:t>
            </a:r>
          </a:p>
          <a:p>
            <a:r>
              <a:rPr lang="en-IN" sz="4800" b="1" dirty="0">
                <a:solidFill>
                  <a:srgbClr val="00B050"/>
                </a:solidFill>
              </a:rPr>
              <a:t>lo + w            </a:t>
            </a:r>
            <a:r>
              <a:rPr lang="en-IN" sz="4800" dirty="0"/>
              <a:t>is frequent.</a:t>
            </a:r>
          </a:p>
          <a:p>
            <a:r>
              <a:rPr lang="en-IN" sz="4800" dirty="0"/>
              <a:t>Merge again:    </a:t>
            </a:r>
            <a:r>
              <a:rPr lang="en-US" sz="4800" dirty="0">
                <a:solidFill>
                  <a:srgbClr val="00B050"/>
                </a:solidFill>
              </a:rPr>
              <a:t>low    </a:t>
            </a:r>
            <a:r>
              <a:rPr lang="en-US" sz="4800" dirty="0" err="1">
                <a:solidFill>
                  <a:srgbClr val="00B050"/>
                </a:solidFill>
              </a:rPr>
              <a:t>low</a:t>
            </a:r>
            <a:r>
              <a:rPr lang="en-US" sz="4800" dirty="0">
                <a:solidFill>
                  <a:srgbClr val="00B050"/>
                </a:solidFill>
              </a:rPr>
              <a:t> e r     low e s t</a:t>
            </a:r>
          </a:p>
          <a:p>
            <a:r>
              <a:rPr lang="en-IN" sz="4400" dirty="0"/>
              <a:t>The tokenizer has now learned</a:t>
            </a:r>
            <a:r>
              <a:rPr lang="en-IN" sz="4300" dirty="0"/>
              <a:t>: </a:t>
            </a:r>
            <a:r>
              <a:rPr lang="en-IN" sz="4300" b="1" dirty="0">
                <a:solidFill>
                  <a:srgbClr val="00B050"/>
                </a:solidFill>
              </a:rPr>
              <a:t>low         er      Est</a:t>
            </a:r>
          </a:p>
          <a:p>
            <a:r>
              <a:rPr lang="en-IN" sz="5600" dirty="0"/>
              <a:t>So:   </a:t>
            </a:r>
            <a:r>
              <a:rPr lang="en-US" sz="4300" b="1" dirty="0">
                <a:solidFill>
                  <a:srgbClr val="00B050"/>
                </a:solidFill>
              </a:rPr>
              <a:t>lower → low + er                     lowest → low + est</a:t>
            </a:r>
            <a:endParaRPr lang="en-IN" sz="43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43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13BA-DA4C-D387-5E8E-694F1280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Stemming: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2DA0A-A484-A8B9-1C4B-39A970E8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57083"/>
            <a:ext cx="10835640" cy="596818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Stemming</a:t>
            </a:r>
            <a:r>
              <a:rPr lang="en-IN" dirty="0"/>
              <a:t> is a text preprocessing technique that removes prefixes or suffixes from a word to obtain a shorter form called a </a:t>
            </a:r>
            <a:r>
              <a:rPr lang="en-IN" b="1" dirty="0"/>
              <a:t>stem</a:t>
            </a:r>
            <a:r>
              <a:rPr lang="en-IN" dirty="0"/>
              <a:t>.</a:t>
            </a:r>
          </a:p>
          <a:p>
            <a:r>
              <a:rPr lang="en-IN" sz="1500" b="1" dirty="0"/>
              <a:t>Why do we need Stemming:</a:t>
            </a:r>
          </a:p>
          <a:p>
            <a:r>
              <a:rPr lang="en-US" dirty="0"/>
              <a:t>The boy is running.</a:t>
            </a:r>
          </a:p>
          <a:p>
            <a:r>
              <a:rPr lang="en-US" dirty="0"/>
              <a:t>The boy runs every morning.</a:t>
            </a:r>
          </a:p>
          <a:p>
            <a:r>
              <a:rPr lang="en-US" dirty="0"/>
              <a:t>The boy ran yesterday.</a:t>
            </a:r>
          </a:p>
          <a:p>
            <a:r>
              <a:rPr lang="en-IN" dirty="0"/>
              <a:t>For a computer, these can initially be treated as different tokens:</a:t>
            </a:r>
          </a:p>
          <a:p>
            <a:r>
              <a:rPr lang="en-IN" dirty="0"/>
              <a:t>running</a:t>
            </a:r>
          </a:p>
          <a:p>
            <a:r>
              <a:rPr lang="en-IN" dirty="0"/>
              <a:t>runs</a:t>
            </a:r>
          </a:p>
          <a:p>
            <a:r>
              <a:rPr lang="en-IN" dirty="0"/>
              <a:t>Ran</a:t>
            </a:r>
          </a:p>
          <a:p>
            <a:r>
              <a:rPr lang="en-IN" dirty="0"/>
              <a:t>But semantically, they are related to the concept </a:t>
            </a:r>
            <a:r>
              <a:rPr lang="en-IN" b="1" dirty="0"/>
              <a:t>run</a:t>
            </a:r>
            <a:r>
              <a:rPr lang="en-IN" dirty="0"/>
              <a:t>.</a:t>
            </a:r>
          </a:p>
          <a:p>
            <a:r>
              <a:rPr lang="en-IN" sz="1500" b="1" dirty="0"/>
              <a:t>What stemming will do?</a:t>
            </a:r>
          </a:p>
          <a:p>
            <a:r>
              <a:rPr lang="en-US" dirty="0"/>
              <a:t>playing → play</a:t>
            </a:r>
          </a:p>
          <a:p>
            <a:r>
              <a:rPr lang="en-US" dirty="0"/>
              <a:t>played  → play</a:t>
            </a:r>
          </a:p>
          <a:p>
            <a:r>
              <a:rPr lang="en-US" dirty="0"/>
              <a:t>plays   → play</a:t>
            </a:r>
          </a:p>
          <a:p>
            <a:r>
              <a:rPr lang="en-IN" sz="1500" b="1" dirty="0"/>
              <a:t>But sometimes stemming produces an incorrect word:</a:t>
            </a:r>
          </a:p>
          <a:p>
            <a:r>
              <a:rPr lang="en-IN" b="1" dirty="0"/>
              <a:t>studies → </a:t>
            </a:r>
            <a:r>
              <a:rPr lang="en-IN" b="1" dirty="0" err="1"/>
              <a:t>studi</a:t>
            </a:r>
            <a:endParaRPr lang="en-IN" b="1" dirty="0"/>
          </a:p>
          <a:p>
            <a:r>
              <a:rPr lang="en-IN" b="1" dirty="0"/>
              <a:t>ponies  → </a:t>
            </a:r>
            <a:r>
              <a:rPr lang="en-IN" b="1" dirty="0" err="1"/>
              <a:t>poni</a:t>
            </a:r>
            <a:endParaRPr lang="en-IN" b="1" dirty="0"/>
          </a:p>
          <a:p>
            <a:r>
              <a:rPr lang="en-IN" b="1" dirty="0"/>
              <a:t>relational → </a:t>
            </a:r>
            <a:r>
              <a:rPr lang="en-IN" b="1" dirty="0" err="1"/>
              <a:t>relat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0166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5A09E-54E2-20BD-D679-DB1A1804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08131"/>
          </a:xfrm>
        </p:spPr>
        <p:txBody>
          <a:bodyPr/>
          <a:lstStyle/>
          <a:p>
            <a:r>
              <a:rPr lang="en-IN" dirty="0"/>
              <a:t>Stemming Algorithm: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F2C8B-9644-6D77-EE55-3F38843C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727587"/>
            <a:ext cx="10910365" cy="5544291"/>
          </a:xfrm>
        </p:spPr>
        <p:txBody>
          <a:bodyPr>
            <a:normAutofit fontScale="92500"/>
          </a:bodyPr>
          <a:lstStyle/>
          <a:p>
            <a:r>
              <a:rPr lang="en-IN" sz="2000" b="1" dirty="0"/>
              <a:t>1. Porter Stemmer:</a:t>
            </a:r>
          </a:p>
          <a:p>
            <a:r>
              <a:rPr lang="en-IN" sz="2000" dirty="0"/>
              <a:t>Its purpose is to reduce words to a common </a:t>
            </a:r>
            <a:r>
              <a:rPr lang="en-IN" sz="2000" b="1" dirty="0"/>
              <a:t>stem</a:t>
            </a:r>
            <a:r>
              <a:rPr lang="en-IN" sz="2000" dirty="0"/>
              <a:t> by removing certain suffixes. For example:</a:t>
            </a:r>
          </a:p>
          <a:p>
            <a:pPr marL="0" indent="0">
              <a:buNone/>
            </a:pPr>
            <a:r>
              <a:rPr lang="en-IN" sz="2000" b="1" dirty="0"/>
              <a:t>caresses → caress</a:t>
            </a:r>
          </a:p>
          <a:p>
            <a:pPr marL="0" indent="0">
              <a:buNone/>
            </a:pPr>
            <a:r>
              <a:rPr lang="en-IN" sz="2000" b="1" dirty="0"/>
              <a:t>ponies   → </a:t>
            </a:r>
            <a:r>
              <a:rPr lang="en-IN" sz="2000" b="1" dirty="0" err="1"/>
              <a:t>poni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ties     → </a:t>
            </a:r>
            <a:r>
              <a:rPr lang="en-IN" sz="2000" b="1" dirty="0" err="1"/>
              <a:t>ti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cats     → cat</a:t>
            </a:r>
          </a:p>
          <a:p>
            <a:pPr marL="0" indent="0">
              <a:buNone/>
            </a:pPr>
            <a:r>
              <a:rPr lang="en-IN" sz="2000" b="1" dirty="0"/>
              <a:t>If you notice:</a:t>
            </a:r>
          </a:p>
          <a:p>
            <a:pPr marL="0" indent="0">
              <a:buNone/>
            </a:pPr>
            <a:r>
              <a:rPr lang="en-IN" sz="2000" dirty="0"/>
              <a:t>ponies → </a:t>
            </a:r>
            <a:r>
              <a:rPr lang="en-IN" sz="2000" dirty="0" err="1"/>
              <a:t>poni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ties   → </a:t>
            </a:r>
            <a:r>
              <a:rPr lang="en-IN" sz="2000" dirty="0" err="1"/>
              <a:t>ti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These are not necessarily valid English words.</a:t>
            </a:r>
          </a:p>
          <a:p>
            <a:pPr marL="0" indent="0">
              <a:buNone/>
            </a:pPr>
            <a:r>
              <a:rPr lang="en-IN" sz="2000" dirty="0"/>
              <a:t>That's because Porter Stemmer is concerned primarily with </a:t>
            </a:r>
            <a:r>
              <a:rPr lang="en-IN" sz="2000" b="1" dirty="0"/>
              <a:t>reducing words</a:t>
            </a:r>
            <a:r>
              <a:rPr lang="en-IN" sz="2000" dirty="0"/>
              <a:t>, not understanding their meaning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00598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38A0-8840-A180-F74B-19078968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366666"/>
          </a:xfrm>
        </p:spPr>
        <p:txBody>
          <a:bodyPr>
            <a:normAutofit fontScale="90000"/>
          </a:bodyPr>
          <a:lstStyle/>
          <a:p>
            <a:r>
              <a:rPr lang="en-IN" dirty="0"/>
              <a:t>Lancaster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1586-2C9E-2CB9-57A0-C78A32FA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82316"/>
            <a:ext cx="10835640" cy="5389562"/>
          </a:xfrm>
        </p:spPr>
        <p:txBody>
          <a:bodyPr/>
          <a:lstStyle/>
          <a:p>
            <a:r>
              <a:rPr lang="en-IN" b="1" dirty="0"/>
              <a:t>Lancaster Stemmer</a:t>
            </a:r>
            <a:r>
              <a:rPr lang="en-IN" dirty="0"/>
              <a:t> is a </a:t>
            </a:r>
            <a:r>
              <a:rPr lang="en-IN" b="1" dirty="0"/>
              <a:t>rule-based stemming algorithm</a:t>
            </a:r>
            <a:r>
              <a:rPr lang="en-IN" dirty="0"/>
              <a:t> used in Natural Language Processing (NLP) to reduce words to their root or stem form.</a:t>
            </a:r>
          </a:p>
          <a:p>
            <a:r>
              <a:rPr lang="en-IN" dirty="0"/>
              <a:t>The main characteristic of Lancaster Stemmer is that it is </a:t>
            </a:r>
            <a:r>
              <a:rPr lang="en-IN" b="1" dirty="0"/>
              <a:t>very aggressive</a:t>
            </a:r>
            <a:r>
              <a:rPr lang="en-IN" dirty="0"/>
              <a:t> compared with algorithms such as Porter Stemmer.</a:t>
            </a:r>
          </a:p>
          <a:p>
            <a:r>
              <a:rPr lang="en-IN" dirty="0"/>
              <a:t>For example:</a:t>
            </a:r>
          </a:p>
          <a:p>
            <a:r>
              <a:rPr lang="en-US" dirty="0"/>
              <a:t>running → run</a:t>
            </a:r>
          </a:p>
          <a:p>
            <a:r>
              <a:rPr lang="en-US" dirty="0"/>
              <a:t>studies → study</a:t>
            </a:r>
          </a:p>
          <a:p>
            <a:r>
              <a:rPr lang="en-US" dirty="0"/>
              <a:t>maximum → maxim</a:t>
            </a:r>
          </a:p>
          <a:p>
            <a:r>
              <a:rPr lang="en-IN" dirty="0"/>
              <a:t>Lancaster Stemmer takes a word and repeatedly applies a collection of suffix-removal.</a:t>
            </a:r>
          </a:p>
          <a:p>
            <a:r>
              <a:rPr lang="en-IN" b="1" dirty="0"/>
              <a:t>Disadvantages of Lancaster Stemmer:</a:t>
            </a:r>
          </a:p>
          <a:p>
            <a:r>
              <a:rPr lang="en-IN" dirty="0"/>
              <a:t>1. Over-stemming</a:t>
            </a:r>
          </a:p>
          <a:p>
            <a:r>
              <a:rPr lang="en-IN" dirty="0"/>
              <a:t>2. Can produce unnatural stems:  The output may not be a valid dictionary word.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9237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2480-A47A-0815-D1E1-10480AD3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630776"/>
          </a:xfrm>
        </p:spPr>
        <p:txBody>
          <a:bodyPr/>
          <a:lstStyle/>
          <a:p>
            <a:r>
              <a:rPr lang="en-IN" dirty="0"/>
              <a:t>Snowball Stemmer: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113AE-8C66-08FA-70D6-C8AE9C703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0232"/>
            <a:ext cx="10835640" cy="5421646"/>
          </a:xfrm>
        </p:spPr>
        <p:txBody>
          <a:bodyPr/>
          <a:lstStyle/>
          <a:p>
            <a:r>
              <a:rPr lang="en-IN" dirty="0"/>
              <a:t>It is often considered an improvement/generalization of the original </a:t>
            </a:r>
            <a:r>
              <a:rPr lang="en-IN" b="1" dirty="0"/>
              <a:t>Porter stemming algorithm</a:t>
            </a:r>
            <a:r>
              <a:rPr lang="en-IN" dirty="0"/>
              <a:t> and supports </a:t>
            </a:r>
            <a:r>
              <a:rPr lang="en-IN" b="1" dirty="0"/>
              <a:t>multiple languages</a:t>
            </a:r>
            <a:r>
              <a:rPr lang="en-IN" dirty="0"/>
              <a:t>.</a:t>
            </a:r>
          </a:p>
          <a:p>
            <a:r>
              <a:rPr lang="en-IN" dirty="0"/>
              <a:t>For example:</a:t>
            </a:r>
          </a:p>
          <a:p>
            <a:r>
              <a:rPr lang="en-IN" dirty="0"/>
              <a:t>connected</a:t>
            </a:r>
          </a:p>
          <a:p>
            <a:r>
              <a:rPr lang="en-IN" dirty="0"/>
              <a:t>connecting</a:t>
            </a:r>
          </a:p>
          <a:p>
            <a:r>
              <a:rPr lang="en-IN" dirty="0"/>
              <a:t>connection</a:t>
            </a:r>
          </a:p>
          <a:p>
            <a:r>
              <a:rPr lang="en-IN" dirty="0"/>
              <a:t>Connections</a:t>
            </a:r>
          </a:p>
          <a:p>
            <a:r>
              <a:rPr lang="en-IN" dirty="0"/>
              <a:t>can be reduced toward:  connect</a:t>
            </a:r>
          </a:p>
        </p:txBody>
      </p:sp>
    </p:spTree>
    <p:extLst>
      <p:ext uri="{BB962C8B-B14F-4D97-AF65-F5344CB8AC3E}">
        <p14:creationId xmlns:p14="http://schemas.microsoft.com/office/powerpoint/2010/main" val="644873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8EF5-E268-8136-245D-33F275C4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18481"/>
          </a:xfrm>
        </p:spPr>
        <p:txBody>
          <a:bodyPr/>
          <a:lstStyle/>
          <a:p>
            <a:r>
              <a:rPr lang="en-IN" dirty="0"/>
              <a:t>Lemmatization: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C26AA-E417-51DE-8705-9B246E968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44" y="737938"/>
            <a:ext cx="10836276" cy="5240076"/>
          </a:xfrm>
        </p:spPr>
        <p:txBody>
          <a:bodyPr/>
          <a:lstStyle/>
          <a:p>
            <a:r>
              <a:rPr lang="en-IN" b="1" dirty="0"/>
              <a:t>Lemmatization</a:t>
            </a:r>
            <a:r>
              <a:rPr lang="en-IN" dirty="0"/>
              <a:t> is an NLP preprocessing technique that converts a word into its </a:t>
            </a:r>
            <a:r>
              <a:rPr lang="en-IN" b="1" dirty="0"/>
              <a:t>base or dictionary form</a:t>
            </a:r>
            <a:r>
              <a:rPr lang="en-IN" dirty="0"/>
              <a:t>, called its </a:t>
            </a:r>
            <a:r>
              <a:rPr lang="en-IN" b="1" dirty="0"/>
              <a:t>lemma</a:t>
            </a:r>
            <a:r>
              <a:rPr lang="en-IN" dirty="0"/>
              <a:t>.</a:t>
            </a:r>
          </a:p>
          <a:p>
            <a:r>
              <a:rPr lang="en-IN" dirty="0"/>
              <a:t>Unlike stemming, lemmatization tries to make sure the resulting word is a </a:t>
            </a:r>
            <a:r>
              <a:rPr lang="en-IN" b="1" dirty="0"/>
              <a:t>valid meaningful word</a:t>
            </a:r>
            <a:r>
              <a:rPr lang="en-IN" dirty="0"/>
              <a:t>.</a:t>
            </a:r>
          </a:p>
          <a:p>
            <a:r>
              <a:rPr lang="en-IN" dirty="0"/>
              <a:t>Simple example:</a:t>
            </a:r>
          </a:p>
          <a:p>
            <a:r>
              <a:rPr lang="en-US" dirty="0"/>
              <a:t>running  → run</a:t>
            </a:r>
          </a:p>
          <a:p>
            <a:r>
              <a:rPr lang="en-US" dirty="0"/>
              <a:t>runs     → run</a:t>
            </a:r>
          </a:p>
          <a:p>
            <a:r>
              <a:rPr lang="en-US" dirty="0"/>
              <a:t>ran      → run</a:t>
            </a:r>
          </a:p>
          <a:p>
            <a:r>
              <a:rPr lang="en-US" dirty="0"/>
              <a:t>studies  → study</a:t>
            </a:r>
          </a:p>
          <a:p>
            <a:r>
              <a:rPr lang="en-US" dirty="0"/>
              <a:t>children → child</a:t>
            </a:r>
          </a:p>
          <a:p>
            <a:r>
              <a:rPr lang="en-US" dirty="0"/>
              <a:t>mice     → mouse</a:t>
            </a:r>
          </a:p>
          <a:p>
            <a:r>
              <a:rPr lang="en-US" dirty="0"/>
              <a:t>better   → good</a:t>
            </a:r>
          </a:p>
          <a:p>
            <a:r>
              <a:rPr lang="en-US" dirty="0"/>
              <a:t>How it covert: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4F3CEA-8647-5E61-C9AF-5B37C6A03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612195"/>
              </p:ext>
            </p:extLst>
          </p:nvPr>
        </p:nvGraphicFramePr>
        <p:xfrm>
          <a:off x="407154" y="5107073"/>
          <a:ext cx="11165415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1805">
                  <a:extLst>
                    <a:ext uri="{9D8B030D-6E8A-4147-A177-3AD203B41FA5}">
                      <a16:colId xmlns:a16="http://schemas.microsoft.com/office/drawing/2014/main" val="776972254"/>
                    </a:ext>
                  </a:extLst>
                </a:gridCol>
                <a:gridCol w="3721805">
                  <a:extLst>
                    <a:ext uri="{9D8B030D-6E8A-4147-A177-3AD203B41FA5}">
                      <a16:colId xmlns:a16="http://schemas.microsoft.com/office/drawing/2014/main" val="1643612042"/>
                    </a:ext>
                  </a:extLst>
                </a:gridCol>
                <a:gridCol w="3721805">
                  <a:extLst>
                    <a:ext uri="{9D8B030D-6E8A-4147-A177-3AD203B41FA5}">
                      <a16:colId xmlns:a16="http://schemas.microsoft.com/office/drawing/2014/main" val="1072286059"/>
                    </a:ext>
                  </a:extLst>
                </a:gridCol>
              </a:tblGrid>
              <a:tr h="35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037538"/>
                  </a:ext>
                </a:extLst>
              </a:tr>
              <a:tr h="35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688777"/>
                  </a:ext>
                </a:extLst>
              </a:tr>
              <a:tr h="35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060783"/>
                  </a:ext>
                </a:extLst>
              </a:tr>
              <a:tr h="35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Adjective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629501"/>
                  </a:ext>
                </a:extLst>
              </a:tr>
              <a:tr h="35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Adverb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quickly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7041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C5AAA3-A6CB-7761-6162-945D290E342C}"/>
              </a:ext>
            </a:extLst>
          </p:cNvPr>
          <p:cNvSpPr txBox="1"/>
          <p:nvPr/>
        </p:nvSpPr>
        <p:spPr>
          <a:xfrm>
            <a:off x="2326106" y="47377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 NLTK WordNet lemmatization, you'll commonly see:</a:t>
            </a:r>
          </a:p>
        </p:txBody>
      </p:sp>
    </p:spTree>
    <p:extLst>
      <p:ext uri="{BB962C8B-B14F-4D97-AF65-F5344CB8AC3E}">
        <p14:creationId xmlns:p14="http://schemas.microsoft.com/office/powerpoint/2010/main" val="1728964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436F-5EC0-46E5-FB42-172DD47A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842428"/>
          </a:xfrm>
        </p:spPr>
        <p:txBody>
          <a:bodyPr>
            <a:normAutofit/>
          </a:bodyPr>
          <a:lstStyle/>
          <a:p>
            <a:r>
              <a:rPr lang="en-IN" b="1" dirty="0"/>
              <a:t>Text Representation — </a:t>
            </a:r>
            <a:endParaRPr lang="en-IN" sz="1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E8962-17B3-441D-B0D4-7EF53E0BA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Making Text Understandable to Machines</a:t>
            </a:r>
            <a:br>
              <a:rPr lang="en-IN" dirty="0"/>
            </a:br>
            <a:r>
              <a:rPr lang="en-IN" dirty="0" err="1"/>
              <a:t>Machines</a:t>
            </a:r>
            <a:r>
              <a:rPr lang="en-IN" dirty="0"/>
              <a:t> cannot process raw text — they need numbers. Text Representation techniques convert words and sentences into numerical vectors that machine learning models can work with. This is the bridge between language and mathematics.</a:t>
            </a:r>
          </a:p>
          <a:p>
            <a:r>
              <a:rPr lang="en-IN" b="1" dirty="0"/>
              <a:t>Bag of Words (</a:t>
            </a:r>
            <a:r>
              <a:rPr lang="en-IN" b="1" dirty="0" err="1"/>
              <a:t>BoW</a:t>
            </a:r>
            <a:r>
              <a:rPr lang="en-IN" b="1" dirty="0"/>
              <a:t>):</a:t>
            </a:r>
          </a:p>
          <a:p>
            <a:r>
              <a:rPr lang="en-IN" b="1" dirty="0"/>
              <a:t>Definition: </a:t>
            </a:r>
            <a:r>
              <a:rPr lang="en-IN" dirty="0"/>
              <a:t>Bag of Words is the simplest text representation method. It represents a document as an unordered collection (bag) of words, ignoring grammar and word order, and counting how often each word appears.</a:t>
            </a:r>
          </a:p>
          <a:p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F60E15-279D-A6B9-2578-FEA1420AE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497900"/>
              </p:ext>
            </p:extLst>
          </p:nvPr>
        </p:nvGraphicFramePr>
        <p:xfrm>
          <a:off x="182880" y="3175819"/>
          <a:ext cx="11271701" cy="2819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71701">
                  <a:extLst>
                    <a:ext uri="{9D8B030D-6E8A-4147-A177-3AD203B41FA5}">
                      <a16:colId xmlns:a16="http://schemas.microsoft.com/office/drawing/2014/main" val="240558740"/>
                    </a:ext>
                  </a:extLst>
                </a:gridCol>
              </a:tblGrid>
              <a:tr h="319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</a:rPr>
                        <a:t>📌  BoW Example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15514981"/>
                  </a:ext>
                </a:extLst>
              </a:tr>
              <a:tr h="271673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Document 1: 'the cat sat on the mat'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4082192089"/>
                  </a:ext>
                </a:extLst>
              </a:tr>
              <a:tr h="271673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Document 2: 'the dog sat on the log'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3443793772"/>
                  </a:ext>
                </a:extLst>
              </a:tr>
              <a:tr h="28978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1752519250"/>
                  </a:ext>
                </a:extLst>
              </a:tr>
              <a:tr h="271673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Vocabulary: {the, cat, sat, on, mat, dog, log}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954482125"/>
                  </a:ext>
                </a:extLst>
              </a:tr>
              <a:tr h="28978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1994209582"/>
                  </a:ext>
                </a:extLst>
              </a:tr>
              <a:tr h="271673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BoW Vector for Doc 1: [2, 1, 1, 1, 1, 0, 0]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815323392"/>
                  </a:ext>
                </a:extLst>
              </a:tr>
              <a:tr h="271673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BoW Vector for Doc 2: [2, 0, 1, 1, 0, 1, 1]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2715750930"/>
                  </a:ext>
                </a:extLst>
              </a:tr>
              <a:tr h="28978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3030755429"/>
                  </a:ext>
                </a:extLst>
              </a:tr>
              <a:tr h="271673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000" dirty="0">
                          <a:effectLst/>
                        </a:rPr>
                        <a:t>⚠️  Problem: </a:t>
                      </a:r>
                      <a:r>
                        <a:rPr lang="en-IN" sz="1000" dirty="0" err="1">
                          <a:effectLst/>
                        </a:rPr>
                        <a:t>BoW</a:t>
                      </a:r>
                      <a:r>
                        <a:rPr lang="en-IN" sz="1000" dirty="0">
                          <a:effectLst/>
                        </a:rPr>
                        <a:t> loses word order. 'Dog bites man' and 'Man bites dog' get the same vector!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101600" marT="38100" marB="38100"/>
                </a:tc>
                <a:extLst>
                  <a:ext uri="{0D108BD9-81ED-4DB2-BD59-A6C34878D82A}">
                    <a16:rowId xmlns:a16="http://schemas.microsoft.com/office/drawing/2014/main" val="2286521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658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B6F0-9E1A-403E-F41C-B673A81F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439305"/>
          </a:xfrm>
        </p:spPr>
        <p:txBody>
          <a:bodyPr>
            <a:normAutofit fontScale="90000"/>
          </a:bodyPr>
          <a:lstStyle/>
          <a:p>
            <a:r>
              <a:rPr lang="en-IN" dirty="0"/>
              <a:t>TF-IDF(Term Frequency – Inverse Document Frequency):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728B-243A-8BEE-02E6-94FDCAC6D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57084"/>
            <a:ext cx="10835640" cy="5514794"/>
          </a:xfrm>
        </p:spPr>
        <p:txBody>
          <a:bodyPr/>
          <a:lstStyle/>
          <a:p>
            <a:r>
              <a:rPr lang="en-IN" dirty="0"/>
              <a:t>It is a technique used in </a:t>
            </a:r>
            <a:r>
              <a:rPr lang="en-IN" b="1" dirty="0"/>
              <a:t>NLP (Natural Language Processing)</a:t>
            </a:r>
            <a:r>
              <a:rPr lang="en-IN" dirty="0"/>
              <a:t> to convert text into </a:t>
            </a:r>
            <a:r>
              <a:rPr lang="en-IN" b="1" dirty="0"/>
              <a:t>numerical vectors</a:t>
            </a:r>
            <a:r>
              <a:rPr lang="en-IN" dirty="0"/>
              <a:t> and determine how important a word is in a document.</a:t>
            </a:r>
          </a:p>
          <a:p>
            <a:r>
              <a:rPr lang="en-IN" sz="1800" b="1" dirty="0"/>
              <a:t>Why do we use TF-IDF?</a:t>
            </a:r>
          </a:p>
          <a:p>
            <a:r>
              <a:rPr lang="en-IN" dirty="0"/>
              <a:t>Suppose we have:</a:t>
            </a:r>
          </a:p>
          <a:p>
            <a:pPr lvl="0"/>
            <a:r>
              <a:rPr lang="en-IN" dirty="0"/>
              <a:t>Document 1: "I love machine learning" </a:t>
            </a:r>
          </a:p>
          <a:p>
            <a:pPr lvl="0"/>
            <a:r>
              <a:rPr lang="en-IN" dirty="0"/>
              <a:t>Document 2: "I love deep learning" </a:t>
            </a:r>
          </a:p>
          <a:p>
            <a:pPr lvl="0"/>
            <a:r>
              <a:rPr lang="en-IN" dirty="0"/>
              <a:t>Document 3: "machine learning is powerful" </a:t>
            </a:r>
          </a:p>
          <a:p>
            <a:r>
              <a:rPr lang="en-IN" dirty="0"/>
              <a:t>The word </a:t>
            </a:r>
            <a:r>
              <a:rPr lang="en-IN" b="1" dirty="0"/>
              <a:t>"learning"</a:t>
            </a:r>
            <a:r>
              <a:rPr lang="en-IN" dirty="0"/>
              <a:t> appears in almost every document, so it is not very useful for distinguishing documents.</a:t>
            </a:r>
          </a:p>
          <a:p>
            <a:r>
              <a:rPr lang="en-IN" dirty="0"/>
              <a:t>The word </a:t>
            </a:r>
            <a:r>
              <a:rPr lang="en-IN" b="1" dirty="0"/>
              <a:t>"powerful"</a:t>
            </a:r>
            <a:r>
              <a:rPr lang="en-IN" dirty="0"/>
              <a:t> appears only once, so it is more informative.</a:t>
            </a:r>
          </a:p>
          <a:p>
            <a:r>
              <a:rPr lang="en-IN" b="1" dirty="0"/>
              <a:t>TF-IDF gives:</a:t>
            </a:r>
          </a:p>
          <a:p>
            <a:pPr lvl="0"/>
            <a:r>
              <a:rPr lang="en-IN" b="1" dirty="0"/>
              <a:t>High score</a:t>
            </a:r>
            <a:r>
              <a:rPr lang="en-IN" dirty="0"/>
              <a:t> → word is important/specific to a document </a:t>
            </a:r>
          </a:p>
          <a:p>
            <a:pPr lvl="0"/>
            <a:r>
              <a:rPr lang="en-IN" b="1" dirty="0"/>
              <a:t>Low score</a:t>
            </a:r>
            <a:r>
              <a:rPr lang="en-IN" dirty="0"/>
              <a:t> → word is common across many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86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FE7E-6E45-8518-8225-BC91A990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486397"/>
          </a:xfrm>
        </p:spPr>
        <p:txBody>
          <a:bodyPr/>
          <a:lstStyle/>
          <a:p>
            <a:r>
              <a:rPr lang="en-IN" dirty="0"/>
              <a:t>TF — Term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0DAA-8C6F-4A87-2322-3BB2BAC66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TF tells us </a:t>
            </a:r>
            <a:r>
              <a:rPr lang="en-IN" b="1" dirty="0"/>
              <a:t>how frequently a word occurs in a document</a:t>
            </a:r>
            <a:r>
              <a:rPr lang="en-IN" dirty="0"/>
              <a:t>.</a:t>
            </a:r>
          </a:p>
          <a:p>
            <a:r>
              <a:rPr lang="en-IN" dirty="0"/>
              <a:t>Formula:</a:t>
            </a:r>
          </a:p>
          <a:p>
            <a:r>
              <a:rPr lang="en-IN" dirty="0"/>
              <a:t>                TF(</a:t>
            </a:r>
            <a:r>
              <a:rPr lang="en-IN" dirty="0" err="1"/>
              <a:t>t,d</a:t>
            </a:r>
            <a:r>
              <a:rPr lang="en-IN" dirty="0"/>
              <a:t>)=Total number of terms in document d/Number of times term t appears in document d​ </a:t>
            </a:r>
          </a:p>
          <a:p>
            <a:r>
              <a:rPr lang="en-IN" dirty="0"/>
              <a:t>IDF — Inverse Document Frequency:</a:t>
            </a:r>
          </a:p>
          <a:p>
            <a:r>
              <a:rPr lang="en-IN" dirty="0"/>
              <a:t>            IDF tells us </a:t>
            </a:r>
            <a:r>
              <a:rPr lang="en-IN" b="1" dirty="0"/>
              <a:t>how rare or unique a word is across all documents</a:t>
            </a:r>
            <a:r>
              <a:rPr lang="en-IN" dirty="0"/>
              <a:t>.</a:t>
            </a:r>
          </a:p>
          <a:p>
            <a:r>
              <a:rPr lang="en-IN" dirty="0"/>
              <a:t>Formula:              IDF(t)=log(N/DF(t))</a:t>
            </a:r>
          </a:p>
          <a:p>
            <a:r>
              <a:rPr lang="en-IN" dirty="0"/>
              <a:t>Where:</a:t>
            </a:r>
          </a:p>
          <a:p>
            <a:pPr lvl="0"/>
            <a:r>
              <a:rPr lang="en-IN" b="1" dirty="0"/>
              <a:t>N</a:t>
            </a:r>
            <a:r>
              <a:rPr lang="en-IN" dirty="0"/>
              <a:t> = total number of documents </a:t>
            </a:r>
          </a:p>
          <a:p>
            <a:pPr lvl="0"/>
            <a:r>
              <a:rPr lang="en-IN" b="1" dirty="0"/>
              <a:t>DF(t)</a:t>
            </a:r>
            <a:r>
              <a:rPr lang="en-IN" dirty="0"/>
              <a:t> = number of documents containing the term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241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6524-FFFD-A513-90C7-D5486EBE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366666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50416-5083-36BB-26D2-270E5F8F1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05853"/>
            <a:ext cx="10835640" cy="5566025"/>
          </a:xfrm>
        </p:spPr>
        <p:txBody>
          <a:bodyPr>
            <a:normAutofit/>
          </a:bodyPr>
          <a:lstStyle/>
          <a:p>
            <a:r>
              <a:rPr lang="en-IN" dirty="0"/>
              <a:t>Suppose we have 3 documents:</a:t>
            </a:r>
          </a:p>
          <a:p>
            <a:r>
              <a:rPr lang="en-IN" dirty="0"/>
              <a:t>Document 1: apple banana apple</a:t>
            </a:r>
          </a:p>
          <a:p>
            <a:r>
              <a:rPr lang="en-IN" dirty="0"/>
              <a:t>Document 2: banana orange banana</a:t>
            </a:r>
          </a:p>
          <a:p>
            <a:r>
              <a:rPr lang="en-IN" dirty="0"/>
              <a:t>Document 3: apple mango</a:t>
            </a:r>
          </a:p>
        </p:txBody>
      </p:sp>
    </p:spTree>
    <p:extLst>
      <p:ext uri="{BB962C8B-B14F-4D97-AF65-F5344CB8AC3E}">
        <p14:creationId xmlns:p14="http://schemas.microsoft.com/office/powerpoint/2010/main" val="1036232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73A6-4DE1-51BA-734C-A3608BD0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66607"/>
          </a:xfrm>
        </p:spPr>
        <p:txBody>
          <a:bodyPr/>
          <a:lstStyle/>
          <a:p>
            <a:r>
              <a:rPr lang="en-IN" dirty="0"/>
              <a:t>Step 1: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F9D9-168B-2054-C060-1CF830A17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unique words are:</a:t>
            </a:r>
          </a:p>
          <a:p>
            <a:r>
              <a:rPr lang="en-IN" dirty="0"/>
              <a:t>Apple Banana Orange mango</a:t>
            </a:r>
          </a:p>
          <a:p>
            <a:r>
              <a:rPr lang="en-IN" dirty="0"/>
              <a:t>Step 2: Term Frequency (TF):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Step 3: Document Frequency: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498538-82D4-FC84-CB5A-B60AC36FB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84770"/>
              </p:ext>
            </p:extLst>
          </p:nvPr>
        </p:nvGraphicFramePr>
        <p:xfrm>
          <a:off x="182880" y="2347828"/>
          <a:ext cx="108362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069">
                  <a:extLst>
                    <a:ext uri="{9D8B030D-6E8A-4147-A177-3AD203B41FA5}">
                      <a16:colId xmlns:a16="http://schemas.microsoft.com/office/drawing/2014/main" val="152802189"/>
                    </a:ext>
                  </a:extLst>
                </a:gridCol>
                <a:gridCol w="2709069">
                  <a:extLst>
                    <a:ext uri="{9D8B030D-6E8A-4147-A177-3AD203B41FA5}">
                      <a16:colId xmlns:a16="http://schemas.microsoft.com/office/drawing/2014/main" val="1025868379"/>
                    </a:ext>
                  </a:extLst>
                </a:gridCol>
                <a:gridCol w="2709069">
                  <a:extLst>
                    <a:ext uri="{9D8B030D-6E8A-4147-A177-3AD203B41FA5}">
                      <a16:colId xmlns:a16="http://schemas.microsoft.com/office/drawing/2014/main" val="1045565462"/>
                    </a:ext>
                  </a:extLst>
                </a:gridCol>
                <a:gridCol w="2709069">
                  <a:extLst>
                    <a:ext uri="{9D8B030D-6E8A-4147-A177-3AD203B41FA5}">
                      <a16:colId xmlns:a16="http://schemas.microsoft.com/office/drawing/2014/main" val="159175857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D3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4681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2/3 = 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1/2 = 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5091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banana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1/3 = 0.333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2/3 = 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8652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1/3 = 0.333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9575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1/2 = 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9957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BFEBFC-CC46-22C3-48C1-9BAD6A758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728674"/>
              </p:ext>
            </p:extLst>
          </p:nvPr>
        </p:nvGraphicFramePr>
        <p:xfrm>
          <a:off x="326942" y="4576303"/>
          <a:ext cx="108362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2092">
                  <a:extLst>
                    <a:ext uri="{9D8B030D-6E8A-4147-A177-3AD203B41FA5}">
                      <a16:colId xmlns:a16="http://schemas.microsoft.com/office/drawing/2014/main" val="2228746762"/>
                    </a:ext>
                  </a:extLst>
                </a:gridCol>
                <a:gridCol w="3612092">
                  <a:extLst>
                    <a:ext uri="{9D8B030D-6E8A-4147-A177-3AD203B41FA5}">
                      <a16:colId xmlns:a16="http://schemas.microsoft.com/office/drawing/2014/main" val="245343488"/>
                    </a:ext>
                  </a:extLst>
                </a:gridCol>
                <a:gridCol w="3612092">
                  <a:extLst>
                    <a:ext uri="{9D8B030D-6E8A-4147-A177-3AD203B41FA5}">
                      <a16:colId xmlns:a16="http://schemas.microsoft.com/office/drawing/2014/main" val="163203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Documents containing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5546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D1, 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4402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banana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D1, 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6774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7377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94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537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532FD-CF0F-D912-F2A7-67383859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366666"/>
          </a:xfrm>
        </p:spPr>
        <p:txBody>
          <a:bodyPr>
            <a:normAutofit fontScale="90000"/>
          </a:bodyPr>
          <a:lstStyle/>
          <a:p>
            <a:r>
              <a:rPr lang="en-IN" dirty="0"/>
              <a:t>Step 4: Calculate IDF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11E2F-0BC6-9C6B-C812-204A7EE95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53979"/>
            <a:ext cx="10835640" cy="5517899"/>
          </a:xfrm>
        </p:spPr>
        <p:txBody>
          <a:bodyPr/>
          <a:lstStyle/>
          <a:p>
            <a:r>
              <a:rPr lang="en-IN" dirty="0"/>
              <a:t>Apple:              IDF(apple)=log(3/2​)=0.405</a:t>
            </a:r>
          </a:p>
          <a:p>
            <a:r>
              <a:rPr lang="en-IN" dirty="0"/>
              <a:t>Banana           IDF(banana)=log(3/2​)=0.405</a:t>
            </a:r>
          </a:p>
          <a:p>
            <a:r>
              <a:rPr lang="en-IN" dirty="0"/>
              <a:t>Orange           IDF(orange)=log(3/1​)=1.099 </a:t>
            </a:r>
          </a:p>
          <a:p>
            <a:r>
              <a:rPr lang="en-IN" dirty="0"/>
              <a:t>Mango           IDF(mango)=log(3/1​)=1.099</a:t>
            </a:r>
          </a:p>
          <a:p>
            <a:r>
              <a:rPr lang="en-IN" dirty="0"/>
              <a:t>Notice that </a:t>
            </a:r>
            <a:r>
              <a:rPr lang="en-IN" b="1" dirty="0"/>
              <a:t>orange and mango have higher IDF</a:t>
            </a:r>
            <a:r>
              <a:rPr lang="en-IN" dirty="0"/>
              <a:t> because they occur in only one document.</a:t>
            </a:r>
          </a:p>
          <a:p>
            <a:r>
              <a:rPr lang="en-IN" dirty="0"/>
              <a:t>Step 5: Calculate TF-IDF:</a:t>
            </a:r>
          </a:p>
          <a:p>
            <a:r>
              <a:rPr lang="en-IN" dirty="0"/>
              <a:t>Formula::   TF−IDF=TF×IDF</a:t>
            </a:r>
          </a:p>
          <a:p>
            <a:r>
              <a:rPr lang="en-IN" dirty="0"/>
              <a:t>For D1:        apple :  0.667×0.405=0.270   , banana:  0.333×0.405=0.135 ,  orange: 0*1.099=0,   mango: 0*1.099=0</a:t>
            </a:r>
          </a:p>
          <a:p>
            <a:r>
              <a:rPr lang="en-IN" dirty="0"/>
              <a:t>For D2:       banana:  0.667×0.405=0.270,  orange:  0.333×1.099=0.366,  apple: 0, mango: 0</a:t>
            </a:r>
          </a:p>
          <a:p>
            <a:r>
              <a:rPr lang="en-IN" dirty="0"/>
              <a:t>For D3:     apple:  0.5×0.405=0.203 ,   mango:  0.5×1.099=0.549,  banana:  0, orange:  0</a:t>
            </a:r>
          </a:p>
          <a:p>
            <a:r>
              <a:rPr lang="en-IN" dirty="0"/>
              <a:t>What can we understand?</a:t>
            </a:r>
          </a:p>
          <a:p>
            <a:r>
              <a:rPr lang="en-IN" dirty="0"/>
              <a:t>Look at </a:t>
            </a:r>
            <a:r>
              <a:rPr lang="en-IN" b="1" dirty="0"/>
              <a:t>D3</a:t>
            </a:r>
            <a:r>
              <a:rPr lang="en-IN" dirty="0"/>
              <a:t>:    D3 = apple mango:</a:t>
            </a:r>
          </a:p>
          <a:p>
            <a:r>
              <a:rPr lang="en-IN" dirty="0"/>
              <a:t>Even though both occur </a:t>
            </a:r>
            <a:r>
              <a:rPr lang="en-IN" b="1" dirty="0"/>
              <a:t>once</a:t>
            </a:r>
            <a:r>
              <a:rPr lang="en-IN" dirty="0"/>
              <a:t>, mango gets a much higher score because </a:t>
            </a:r>
            <a:r>
              <a:rPr lang="en-IN" b="1" dirty="0"/>
              <a:t>mango occurs in only one document</a:t>
            </a:r>
            <a:r>
              <a:rPr lang="en-IN" dirty="0"/>
              <a:t>, while apple occurs in two.</a:t>
            </a:r>
          </a:p>
        </p:txBody>
      </p:sp>
    </p:spTree>
    <p:extLst>
      <p:ext uri="{BB962C8B-B14F-4D97-AF65-F5344CB8AC3E}">
        <p14:creationId xmlns:p14="http://schemas.microsoft.com/office/powerpoint/2010/main" val="2698705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A270-9BC0-BF42-80AF-ED8E4BF5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of TF-IDF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ABC0-C45F-6E32-B86F-1C289591B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IN" dirty="0"/>
              <a:t>❌ Doesn't understand meaning:</a:t>
            </a:r>
          </a:p>
          <a:p>
            <a:pPr marL="0" indent="0">
              <a:buNone/>
            </a:pPr>
            <a:r>
              <a:rPr lang="en-IN" dirty="0"/>
              <a:t>                 TF-IDF only looks at </a:t>
            </a:r>
            <a:r>
              <a:rPr lang="en-IN" b="1" dirty="0"/>
              <a:t>word frequency</a:t>
            </a:r>
            <a:r>
              <a:rPr lang="en-IN" dirty="0"/>
              <a:t>, not the meaning of words.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       "I like cars"</a:t>
            </a:r>
          </a:p>
          <a:p>
            <a:pPr marL="0" indent="0">
              <a:buNone/>
            </a:pPr>
            <a:r>
              <a:rPr lang="en-IN" dirty="0"/>
              <a:t>       "I like automobiles“</a:t>
            </a:r>
          </a:p>
          <a:p>
            <a:pPr marL="0" indent="0">
              <a:buNone/>
            </a:pPr>
            <a:r>
              <a:rPr lang="en-IN" dirty="0"/>
              <a:t>TF-IDF considers cars and automobiles as completely different features. It doesn't know that they have similar meanings.</a:t>
            </a:r>
          </a:p>
          <a:p>
            <a:pPr marL="0" indent="0">
              <a:buNone/>
            </a:pPr>
            <a:r>
              <a:rPr lang="en-IN" dirty="0"/>
              <a:t>2.. ❌ Ignores word order:</a:t>
            </a:r>
          </a:p>
          <a:p>
            <a:pPr marL="0" indent="0">
              <a:buNone/>
            </a:pPr>
            <a:r>
              <a:rPr lang="en-IN" b="1" dirty="0"/>
              <a:t> 3. ❌ Creates sparse vectors:</a:t>
            </a:r>
          </a:p>
          <a:p>
            <a:pPr marL="0" indent="0">
              <a:buNone/>
            </a:pPr>
            <a:r>
              <a:rPr lang="en-IN" b="1" dirty="0"/>
              <a:t>           </a:t>
            </a:r>
            <a:r>
              <a:rPr lang="en-IN" dirty="0"/>
              <a:t>Suppose your vocabulary contains 10,000 words.</a:t>
            </a:r>
          </a:p>
          <a:p>
            <a:pPr marL="0" indent="0">
              <a:buNone/>
            </a:pPr>
            <a:r>
              <a:rPr lang="en-IN" dirty="0"/>
              <a:t>Each document may become a vector like:   [0, 0, 0, 0, 0, 0, 0, 0, 1.2, 0, ...] 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48166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D671-2282-6691-F8D3-9F8AE278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02439"/>
          </a:xfrm>
        </p:spPr>
        <p:txBody>
          <a:bodyPr/>
          <a:lstStyle/>
          <a:p>
            <a:r>
              <a:rPr lang="en-IN" dirty="0"/>
              <a:t>Word Embedding: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3B02-ECCF-D12F-5702-1D643179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0232"/>
            <a:ext cx="10835640" cy="542164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Words with similar meanings should have similar vector representations.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US" dirty="0"/>
              <a:t>king       → [0.72, 0.41, 0.89, ...]</a:t>
            </a:r>
          </a:p>
          <a:p>
            <a:r>
              <a:rPr lang="en-US" dirty="0"/>
              <a:t>queen      → [0.69, 0.44, 0.91, ...]</a:t>
            </a:r>
          </a:p>
          <a:p>
            <a:r>
              <a:rPr lang="en-US" dirty="0"/>
              <a:t>apple      → [0.12, 0.83, 0.21, ...]</a:t>
            </a:r>
          </a:p>
          <a:p>
            <a:r>
              <a:rPr lang="en-US" dirty="0"/>
              <a:t>car        → [0.45, 0.17, 0.76, ...]</a:t>
            </a:r>
          </a:p>
          <a:p>
            <a:r>
              <a:rPr lang="en-IN" dirty="0"/>
              <a:t>Why do we need Word Embeddings?</a:t>
            </a:r>
          </a:p>
          <a:p>
            <a:r>
              <a:rPr lang="en-IN" dirty="0"/>
              <a:t>Computers don't understand words like:   cat  Dog King queen      directly</a:t>
            </a:r>
          </a:p>
          <a:p>
            <a:r>
              <a:rPr lang="en-IN" dirty="0"/>
              <a:t>We need to convert them into numbers.</a:t>
            </a:r>
          </a:p>
          <a:p>
            <a:r>
              <a:rPr lang="en-IN" dirty="0"/>
              <a:t>But if we apply One-hot encoding:</a:t>
            </a:r>
          </a:p>
          <a:p>
            <a:r>
              <a:rPr lang="en-US" dirty="0"/>
              <a:t>cat  → [1, 0, 0, 0]</a:t>
            </a:r>
          </a:p>
          <a:p>
            <a:r>
              <a:rPr lang="en-US" dirty="0"/>
              <a:t>dog  → [0, 1, 0, 0]</a:t>
            </a:r>
          </a:p>
          <a:p>
            <a:r>
              <a:rPr lang="en-US" dirty="0"/>
              <a:t>king → [0, 0, 1, 0]</a:t>
            </a:r>
          </a:p>
          <a:p>
            <a:r>
              <a:rPr lang="en-US" dirty="0"/>
              <a:t>car  → [0, 0, 0, 1]</a:t>
            </a:r>
          </a:p>
          <a:p>
            <a:r>
              <a:rPr lang="en-IN" dirty="0"/>
              <a:t>The computer doesn't know that cats and dogs are semantically related.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28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AC74-F08C-8773-BC51-07AA785D8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566607"/>
          </a:xfrm>
        </p:spPr>
        <p:txBody>
          <a:bodyPr/>
          <a:lstStyle/>
          <a:p>
            <a:r>
              <a:rPr lang="en-IN" dirty="0"/>
              <a:t>Types of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BA7C8-AB12-5962-32E3-E380B566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86063"/>
            <a:ext cx="10835640" cy="5485815"/>
          </a:xfrm>
        </p:spPr>
        <p:txBody>
          <a:bodyPr>
            <a:normAutofit/>
          </a:bodyPr>
          <a:lstStyle/>
          <a:p>
            <a:r>
              <a:rPr lang="en-IN" dirty="0"/>
              <a:t>1. Word2Vec:    Developed by Google.</a:t>
            </a:r>
          </a:p>
          <a:p>
            <a:r>
              <a:rPr lang="en-IN" dirty="0"/>
              <a:t>It learns word vectors by looking at surrounding words.</a:t>
            </a:r>
          </a:p>
          <a:p>
            <a:r>
              <a:rPr lang="en-IN" dirty="0"/>
              <a:t>Two approaches::  CBOW        Skip-gram</a:t>
            </a:r>
          </a:p>
          <a:p>
            <a:r>
              <a:rPr lang="en-IN" dirty="0"/>
              <a:t>CBOW(Continuous Bag of Words):</a:t>
            </a:r>
          </a:p>
          <a:p>
            <a:r>
              <a:rPr lang="en-IN" dirty="0"/>
              <a:t>                                 Predicts the target word from surrounding words.</a:t>
            </a:r>
          </a:p>
          <a:p>
            <a:r>
              <a:rPr lang="en-IN" dirty="0"/>
              <a:t>Example</a:t>
            </a:r>
            <a:r>
              <a:rPr lang="en-IN" dirty="0">
                <a:solidFill>
                  <a:schemeClr val="bg1"/>
                </a:solidFill>
              </a:rPr>
              <a:t>:    :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”Hope can set you free”</a:t>
            </a:r>
            <a:endParaRPr lang="en-IN" dirty="0">
              <a:highlight>
                <a:srgbClr val="000000"/>
              </a:highlight>
            </a:endParaRPr>
          </a:p>
          <a:p>
            <a:r>
              <a:rPr lang="en-IN" dirty="0"/>
              <a:t>Suppose our </a:t>
            </a:r>
            <a:r>
              <a:rPr lang="en-IN" b="1" dirty="0"/>
              <a:t>window size = 3  (at a time how many words to consider) and  target = can, context(input)=Hope, set</a:t>
            </a:r>
          </a:p>
          <a:p>
            <a:r>
              <a:rPr lang="en-IN" b="1" dirty="0" err="1"/>
              <a:t>i</a:t>
            </a:r>
            <a:r>
              <a:rPr lang="en-IN" b="1" dirty="0"/>
              <a:t>/p                                                   3 nodes in hidden layer                          compare and updates the weight</a:t>
            </a:r>
          </a:p>
          <a:p>
            <a:r>
              <a:rPr lang="en-IN" b="1" dirty="0"/>
              <a:t>   </a:t>
            </a:r>
          </a:p>
          <a:p>
            <a:r>
              <a:rPr lang="en-IN" dirty="0"/>
              <a:t>                                W 3*5</a:t>
            </a:r>
          </a:p>
          <a:p>
            <a:r>
              <a:rPr lang="en-IN" dirty="0"/>
              <a:t>Hope                                                                                                                                                      actual target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Set                               W 3*5                                                   predicted one hot  vector of can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CC14E3-BF83-BB97-0913-9866C9F78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811841"/>
              </p:ext>
            </p:extLst>
          </p:nvPr>
        </p:nvGraphicFramePr>
        <p:xfrm>
          <a:off x="1459832" y="3429000"/>
          <a:ext cx="5160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19">
                  <a:extLst>
                    <a:ext uri="{9D8B030D-6E8A-4147-A177-3AD203B41FA5}">
                      <a16:colId xmlns:a16="http://schemas.microsoft.com/office/drawing/2014/main" val="3118795595"/>
                    </a:ext>
                  </a:extLst>
                </a:gridCol>
              </a:tblGrid>
              <a:tr h="25352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711768"/>
                  </a:ext>
                </a:extLst>
              </a:tr>
              <a:tr h="25352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5272"/>
                  </a:ext>
                </a:extLst>
              </a:tr>
              <a:tr h="25352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846678"/>
                  </a:ext>
                </a:extLst>
              </a:tr>
              <a:tr h="25352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757801"/>
                  </a:ext>
                </a:extLst>
              </a:tr>
              <a:tr h="25352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6457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B41EE2-398B-4586-8E63-C8613D4760B1}"/>
              </a:ext>
            </a:extLst>
          </p:cNvPr>
          <p:cNvSpPr txBox="1"/>
          <p:nvPr/>
        </p:nvSpPr>
        <p:spPr>
          <a:xfrm>
            <a:off x="834189" y="6015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23BED6-6A1C-9B90-E4FA-BE9427A75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958220"/>
              </p:ext>
            </p:extLst>
          </p:nvPr>
        </p:nvGraphicFramePr>
        <p:xfrm>
          <a:off x="1505284" y="5401400"/>
          <a:ext cx="470567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567">
                  <a:extLst>
                    <a:ext uri="{9D8B030D-6E8A-4147-A177-3AD203B41FA5}">
                      <a16:colId xmlns:a16="http://schemas.microsoft.com/office/drawing/2014/main" val="1302965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23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46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41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927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10389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BB99AB-7A07-2E6E-A00C-9315EE5E16A8}"/>
              </a:ext>
            </a:extLst>
          </p:cNvPr>
          <p:cNvCxnSpPr/>
          <p:nvPr/>
        </p:nvCxnSpPr>
        <p:spPr>
          <a:xfrm>
            <a:off x="1975851" y="3429000"/>
            <a:ext cx="1396614" cy="75954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F9FA6B-6EAA-9570-B27A-8386EE3449DA}"/>
              </a:ext>
            </a:extLst>
          </p:cNvPr>
          <p:cNvCxnSpPr/>
          <p:nvPr/>
        </p:nvCxnSpPr>
        <p:spPr>
          <a:xfrm flipV="1">
            <a:off x="2045110" y="5496232"/>
            <a:ext cx="1179871" cy="1700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9D5C83-FD74-7C7B-89D7-19929E818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439205"/>
              </p:ext>
            </p:extLst>
          </p:nvPr>
        </p:nvGraphicFramePr>
        <p:xfrm>
          <a:off x="3252803" y="4188542"/>
          <a:ext cx="481782" cy="1307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782">
                  <a:extLst>
                    <a:ext uri="{9D8B030D-6E8A-4147-A177-3AD203B41FA5}">
                      <a16:colId xmlns:a16="http://schemas.microsoft.com/office/drawing/2014/main" val="1853317348"/>
                    </a:ext>
                  </a:extLst>
                </a:gridCol>
              </a:tblGrid>
              <a:tr h="4358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528745"/>
                  </a:ext>
                </a:extLst>
              </a:tr>
              <a:tr h="4358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960759"/>
                  </a:ext>
                </a:extLst>
              </a:tr>
              <a:tr h="4358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305525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721664-31FD-57AF-3D97-5341690EBDCA}"/>
              </a:ext>
            </a:extLst>
          </p:cNvPr>
          <p:cNvCxnSpPr/>
          <p:nvPr/>
        </p:nvCxnSpPr>
        <p:spPr>
          <a:xfrm flipV="1">
            <a:off x="1975851" y="4188542"/>
            <a:ext cx="1249130" cy="12128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D92A2E-AE2E-7D81-8FDC-85B0A035B841}"/>
              </a:ext>
            </a:extLst>
          </p:cNvPr>
          <p:cNvCxnSpPr/>
          <p:nvPr/>
        </p:nvCxnSpPr>
        <p:spPr>
          <a:xfrm>
            <a:off x="1975851" y="5257800"/>
            <a:ext cx="1249130" cy="14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C1B810B-488E-3513-474E-E256F9115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512407"/>
              </p:ext>
            </p:extLst>
          </p:nvPr>
        </p:nvGraphicFramePr>
        <p:xfrm>
          <a:off x="5327766" y="3808771"/>
          <a:ext cx="580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104">
                  <a:extLst>
                    <a:ext uri="{9D8B030D-6E8A-4147-A177-3AD203B41FA5}">
                      <a16:colId xmlns:a16="http://schemas.microsoft.com/office/drawing/2014/main" val="966548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94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21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63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77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209422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DBE216-BA88-62ED-0C80-72F0B2229446}"/>
              </a:ext>
            </a:extLst>
          </p:cNvPr>
          <p:cNvCxnSpPr/>
          <p:nvPr/>
        </p:nvCxnSpPr>
        <p:spPr>
          <a:xfrm flipV="1">
            <a:off x="3734585" y="3808771"/>
            <a:ext cx="1593181" cy="379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8E6C8A-A667-F281-7C13-DCB2BD277418}"/>
              </a:ext>
            </a:extLst>
          </p:cNvPr>
          <p:cNvCxnSpPr/>
          <p:nvPr/>
        </p:nvCxnSpPr>
        <p:spPr>
          <a:xfrm>
            <a:off x="3734585" y="5401400"/>
            <a:ext cx="1593181" cy="261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D1A9E45-C3A1-0FBB-BAA4-959E8D02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128" y="3737810"/>
            <a:ext cx="621846" cy="18838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91F641-2776-E952-5941-BC3DAB19826C}"/>
                  </a:ext>
                </a:extLst>
              </p14:cNvPr>
              <p14:cNvContentPartPr/>
              <p14:nvPr/>
            </p14:nvContentPartPr>
            <p14:xfrm>
              <a:off x="7391571" y="3863488"/>
              <a:ext cx="280800" cy="230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91F641-2776-E952-5941-BC3DAB1982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5451" y="3857368"/>
                <a:ext cx="293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811B4A5-720A-A09B-45A8-ED8AA2B15E70}"/>
                  </a:ext>
                </a:extLst>
              </p14:cNvPr>
              <p14:cNvContentPartPr/>
              <p14:nvPr/>
            </p14:nvContentPartPr>
            <p14:xfrm>
              <a:off x="7475091" y="4267048"/>
              <a:ext cx="360" cy="241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811B4A5-720A-A09B-45A8-ED8AA2B15E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68971" y="4260568"/>
                <a:ext cx="12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484393C-3644-BCBF-D743-AD1183EF506B}"/>
                  </a:ext>
                </a:extLst>
              </p14:cNvPr>
              <p14:cNvContentPartPr/>
              <p14:nvPr/>
            </p14:nvContentPartPr>
            <p14:xfrm>
              <a:off x="7458171" y="4619848"/>
              <a:ext cx="133920" cy="180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484393C-3644-BCBF-D743-AD1183EF50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2051" y="4613728"/>
                <a:ext cx="1461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8A25C4C-BB69-BAA3-C2FE-E14CB9D3B57A}"/>
                  </a:ext>
                </a:extLst>
              </p14:cNvPr>
              <p14:cNvContentPartPr/>
              <p14:nvPr/>
            </p14:nvContentPartPr>
            <p14:xfrm>
              <a:off x="7393731" y="4973008"/>
              <a:ext cx="222120" cy="256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8A25C4C-BB69-BAA3-C2FE-E14CB9D3B5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87611" y="4966888"/>
                <a:ext cx="2343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E8B447-ABD0-3DA7-8702-2E4B2C0B7E4C}"/>
                  </a:ext>
                </a:extLst>
              </p14:cNvPr>
              <p14:cNvContentPartPr/>
              <p14:nvPr/>
            </p14:nvContentPartPr>
            <p14:xfrm>
              <a:off x="7391211" y="5322568"/>
              <a:ext cx="184320" cy="279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E8B447-ABD0-3DA7-8702-2E4B2C0B7E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85091" y="5316448"/>
                <a:ext cx="196560" cy="291960"/>
              </a:xfrm>
              <a:prstGeom prst="rect">
                <a:avLst/>
              </a:prstGeom>
            </p:spPr>
          </p:pic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6341BD-8B39-C779-B7F0-4735F542D2C3}"/>
              </a:ext>
            </a:extLst>
          </p:cNvPr>
          <p:cNvCxnSpPr/>
          <p:nvPr/>
        </p:nvCxnSpPr>
        <p:spPr>
          <a:xfrm flipV="1">
            <a:off x="5907870" y="3737810"/>
            <a:ext cx="443769" cy="356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866014-5EAD-B4B9-DF85-7049260A2363}"/>
              </a:ext>
            </a:extLst>
          </p:cNvPr>
          <p:cNvCxnSpPr/>
          <p:nvPr/>
        </p:nvCxnSpPr>
        <p:spPr>
          <a:xfrm flipH="1" flipV="1">
            <a:off x="6764594" y="3737810"/>
            <a:ext cx="353961" cy="356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434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54F8-1BE4-C272-7408-31B364D2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458970"/>
          </a:xfrm>
        </p:spPr>
        <p:txBody>
          <a:bodyPr>
            <a:normAutofit fontScale="90000"/>
          </a:bodyPr>
          <a:lstStyle/>
          <a:p>
            <a:r>
              <a:rPr lang="en-IN" dirty="0"/>
              <a:t>Skip Gram: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A32C1-7875-DF8F-A5D5-1092C5514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57084"/>
            <a:ext cx="10835640" cy="5216252"/>
          </a:xfrm>
        </p:spPr>
        <p:txBody>
          <a:bodyPr/>
          <a:lstStyle/>
          <a:p>
            <a:r>
              <a:rPr lang="en-IN" dirty="0"/>
              <a:t>Instead of using context to predict the target, we use the target word to predict surrounding words.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BCA16-A466-BB03-F74E-6081C631A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" y="1203158"/>
            <a:ext cx="11373853" cy="521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80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83C4CC-7793-4E5D-63BD-E72C4C2FD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47" y="633923"/>
            <a:ext cx="11165305" cy="593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Dun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u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563B7B1E-6862-4478-911D-ABB9DC11CD1A}" vid="{CC37CDAD-DAB9-4025-984B-9D6BBBE1BBD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3180</Words>
  <Application>Microsoft Office PowerPoint</Application>
  <PresentationFormat>Widescreen</PresentationFormat>
  <Paragraphs>488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Neue Haas Grotesk Text Pro</vt:lpstr>
      <vt:lpstr>Office Theme</vt:lpstr>
      <vt:lpstr>Dune</vt:lpstr>
      <vt:lpstr>GEN  A  I</vt:lpstr>
      <vt:lpstr>AI BRANCHES</vt:lpstr>
      <vt:lpstr>What is Machine Learning ?</vt:lpstr>
      <vt:lpstr>NLP</vt:lpstr>
      <vt:lpstr>DRAWBACKS OF ML</vt:lpstr>
      <vt:lpstr>DEEP LEANING</vt:lpstr>
      <vt:lpstr>NUERAL TETWORK</vt:lpstr>
      <vt:lpstr>TEXT CLEANING: </vt:lpstr>
      <vt:lpstr>1.LOWERCASING: </vt:lpstr>
      <vt:lpstr>2.REMOVING  HTML TAGS:</vt:lpstr>
      <vt:lpstr>3. REMOVE URL</vt:lpstr>
      <vt:lpstr>4.REMOVING  MENTION(@):</vt:lpstr>
      <vt:lpstr>5. Remove Punctuation</vt:lpstr>
      <vt:lpstr>6.Removing Numbers  Number removal means deleting numerical values from text when those numbers are not useful for the NLP task.  Example:  Original text:  "I bought 3 phones for ₹50000.“  After removing numbers:  "I bought phones for ₹.“  HOW? Using Python: import re  text = "I bought 3 phones for ₹50000."  text = re.sub(r'\d+', ‘ ', text)  print(text) </vt:lpstr>
      <vt:lpstr>Removing Stopwords</vt:lpstr>
      <vt:lpstr>REMOVING EMAILS</vt:lpstr>
      <vt:lpstr>Removing Emojis</vt:lpstr>
      <vt:lpstr>Tokenization</vt:lpstr>
      <vt:lpstr>TYPES OF TOKENIZATION</vt:lpstr>
      <vt:lpstr>2. Word Tokenization</vt:lpstr>
      <vt:lpstr>3. Character Tokenization</vt:lpstr>
      <vt:lpstr>4. Subword Tokenization</vt:lpstr>
      <vt:lpstr>BPE — Byte Pair Encoding</vt:lpstr>
      <vt:lpstr>Stemming:</vt:lpstr>
      <vt:lpstr>Stemming Algorithm:</vt:lpstr>
      <vt:lpstr>Lancaster Stemmer</vt:lpstr>
      <vt:lpstr>Snowball Stemmer:</vt:lpstr>
      <vt:lpstr>Lemmatization:</vt:lpstr>
      <vt:lpstr>Text Representation — </vt:lpstr>
      <vt:lpstr>TF-IDF(Term Frequency – Inverse Document Frequency):</vt:lpstr>
      <vt:lpstr>TF — Term Frequency</vt:lpstr>
      <vt:lpstr>Example:</vt:lpstr>
      <vt:lpstr>Step 1: Vocabulary</vt:lpstr>
      <vt:lpstr>Step 4: Calculate IDF</vt:lpstr>
      <vt:lpstr>Drawbacks of TF-IDF</vt:lpstr>
      <vt:lpstr>Word Embedding:</vt:lpstr>
      <vt:lpstr>Types of Word Embeddings</vt:lpstr>
      <vt:lpstr>Skip Gram: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Samarpita Jana</dc:creator>
  <cp:lastModifiedBy>ishita ghosh</cp:lastModifiedBy>
  <cp:revision>2</cp:revision>
  <dcterms:created xsi:type="dcterms:W3CDTF">2026-08-26T03:43:33Z</dcterms:created>
  <dcterms:modified xsi:type="dcterms:W3CDTF">2026-09-17T06:54:30Z</dcterms:modified>
</cp:coreProperties>
</file>